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10287000" cx="18288000"/>
  <p:notesSz cx="7772400" cy="10058400"/>
  <p:embeddedFontLst>
    <p:embeddedFont>
      <p:font typeface="Tahoma"/>
      <p:regular r:id="rId19"/>
      <p:bold r:id="rId20"/>
    </p:embeddedFon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Tahoma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0a1382fc27_0_0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40a1382fc27_0_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1" type="ftr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15920" y="880920"/>
            <a:ext cx="13315320" cy="221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7896960" y="4098600"/>
            <a:ext cx="7391160" cy="35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2896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9094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213"/>
              <a:buFont typeface="Noto Sans Symbols"/>
              <a:buChar char="−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2896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9094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213"/>
              <a:buFont typeface="Noto Sans Symbols"/>
              <a:buChar char="−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2896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2896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2896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1340640" y="5986800"/>
            <a:ext cx="15568560" cy="360"/>
          </a:xfrm>
          <a:custGeom>
            <a:rect b="b" l="l" r="r" t="t"/>
            <a:pathLst>
              <a:path extrusionOk="0" h="120000" w="15568930">
                <a:moveTo>
                  <a:pt x="0" y="0"/>
                </a:moveTo>
                <a:lnTo>
                  <a:pt x="15568425" y="0"/>
                </a:lnTo>
              </a:path>
            </a:pathLst>
          </a:custGeom>
          <a:noFill/>
          <a:ln cap="flat" cmpd="sng" w="76175">
            <a:solidFill>
              <a:srgbClr val="347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16756920" y="5872320"/>
            <a:ext cx="151920" cy="228240"/>
          </a:xfrm>
          <a:custGeom>
            <a:rect b="b" l="l" r="r" t="t"/>
            <a:pathLst>
              <a:path extrusionOk="0" h="228600" w="152400">
                <a:moveTo>
                  <a:pt x="0" y="0"/>
                </a:moveTo>
                <a:lnTo>
                  <a:pt x="152399" y="114299"/>
                </a:lnTo>
                <a:lnTo>
                  <a:pt x="0" y="228599"/>
                </a:lnTo>
              </a:path>
            </a:pathLst>
          </a:custGeom>
          <a:noFill/>
          <a:ln cap="flat" cmpd="sng" w="76175">
            <a:solidFill>
              <a:srgbClr val="347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631520" y="4196880"/>
            <a:ext cx="360" cy="1780200"/>
          </a:xfrm>
          <a:custGeom>
            <a:rect b="b" l="l" r="r" t="t"/>
            <a:pathLst>
              <a:path extrusionOk="0" h="1780539" w="120000">
                <a:moveTo>
                  <a:pt x="0" y="0"/>
                </a:moveTo>
                <a:lnTo>
                  <a:pt x="0" y="1780354"/>
                </a:lnTo>
              </a:path>
            </a:pathLst>
          </a:custGeom>
          <a:noFill/>
          <a:ln cap="flat" cmpd="sng" w="19025">
            <a:solidFill>
              <a:srgbClr val="347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93360" y="4120920"/>
            <a:ext cx="75960" cy="7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4618440" y="5985360"/>
            <a:ext cx="360" cy="1780200"/>
          </a:xfrm>
          <a:custGeom>
            <a:rect b="b" l="l" r="r" t="t"/>
            <a:pathLst>
              <a:path extrusionOk="0" h="1780540" w="120000">
                <a:moveTo>
                  <a:pt x="0" y="0"/>
                </a:moveTo>
                <a:lnTo>
                  <a:pt x="0" y="1780354"/>
                </a:lnTo>
              </a:path>
            </a:pathLst>
          </a:custGeom>
          <a:noFill/>
          <a:ln cap="flat" cmpd="sng" w="19025">
            <a:solidFill>
              <a:srgbClr val="347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0280" y="7765920"/>
            <a:ext cx="75960" cy="7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8233200" y="4196880"/>
            <a:ext cx="360" cy="1780200"/>
          </a:xfrm>
          <a:custGeom>
            <a:rect b="b" l="l" r="r" t="t"/>
            <a:pathLst>
              <a:path extrusionOk="0" h="1780539" w="120000">
                <a:moveTo>
                  <a:pt x="0" y="0"/>
                </a:moveTo>
                <a:lnTo>
                  <a:pt x="0" y="1780354"/>
                </a:lnTo>
              </a:path>
            </a:pathLst>
          </a:custGeom>
          <a:noFill/>
          <a:ln cap="flat" cmpd="sng" w="19025">
            <a:solidFill>
              <a:srgbClr val="347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95400" y="4120920"/>
            <a:ext cx="75960" cy="7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11220120" y="5985360"/>
            <a:ext cx="360" cy="1780200"/>
          </a:xfrm>
          <a:custGeom>
            <a:rect b="b" l="l" r="r" t="t"/>
            <a:pathLst>
              <a:path extrusionOk="0" h="1780540" w="120000">
                <a:moveTo>
                  <a:pt x="0" y="0"/>
                </a:moveTo>
                <a:lnTo>
                  <a:pt x="0" y="1780354"/>
                </a:lnTo>
              </a:path>
            </a:pathLst>
          </a:custGeom>
          <a:noFill/>
          <a:ln cap="flat" cmpd="sng" w="19025">
            <a:solidFill>
              <a:srgbClr val="347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1960" y="7765920"/>
            <a:ext cx="75960" cy="7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14842080" y="4196880"/>
            <a:ext cx="360" cy="1780200"/>
          </a:xfrm>
          <a:custGeom>
            <a:rect b="b" l="l" r="r" t="t"/>
            <a:pathLst>
              <a:path extrusionOk="0" h="1780539" w="120000">
                <a:moveTo>
                  <a:pt x="0" y="0"/>
                </a:moveTo>
                <a:lnTo>
                  <a:pt x="0" y="1780354"/>
                </a:lnTo>
              </a:path>
            </a:pathLst>
          </a:custGeom>
          <a:noFill/>
          <a:ln cap="flat" cmpd="sng" w="19025">
            <a:solidFill>
              <a:srgbClr val="3470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804280" y="4120920"/>
            <a:ext cx="75960" cy="7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480" y="1030680"/>
            <a:ext cx="1351800" cy="13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type="title"/>
          </p:nvPr>
        </p:nvSpPr>
        <p:spPr>
          <a:xfrm>
            <a:off x="1015920" y="880920"/>
            <a:ext cx="13315320" cy="221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914400" y="2365920"/>
            <a:ext cx="7954920" cy="357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2896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9094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213"/>
              <a:buFont typeface="Noto Sans Symbols"/>
              <a:buChar char="−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2896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9094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213"/>
              <a:buFont typeface="Noto Sans Symbols"/>
              <a:buChar char="−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2896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2896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2896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4"/>
          <p:cNvSpPr txBox="1"/>
          <p:nvPr>
            <p:ph idx="2" type="body"/>
          </p:nvPr>
        </p:nvSpPr>
        <p:spPr>
          <a:xfrm>
            <a:off x="9418320" y="2365920"/>
            <a:ext cx="7954920" cy="357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2896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9094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213"/>
              <a:buFont typeface="Noto Sans Symbols"/>
              <a:buChar char="−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2896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9094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213"/>
              <a:buFont typeface="Noto Sans Symbols"/>
              <a:buChar char="−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2896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2896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2896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328"/>
              <a:buFont typeface="Noto Sans Symbols"/>
              <a:buChar char="●"/>
              <a:defRPr b="0" i="0" sz="2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18287640" cy="1028664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372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1015920" y="880920"/>
            <a:ext cx="13315320" cy="221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0" y="0"/>
            <a:ext cx="10963080" cy="10286640"/>
          </a:xfrm>
          <a:custGeom>
            <a:rect b="b" l="l" r="r" t="t"/>
            <a:pathLst>
              <a:path extrusionOk="0" h="10287000" w="10963275">
                <a:moveTo>
                  <a:pt x="0" y="10286999"/>
                </a:moveTo>
                <a:lnTo>
                  <a:pt x="10962718" y="10286999"/>
                </a:lnTo>
                <a:lnTo>
                  <a:pt x="10962718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3372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1922760" y="3571200"/>
            <a:ext cx="661644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hyperlink" Target="http://drive.google.com/file/d/13hw6wz8aWu2boslA6R2MUDbJ-_-kZHQP/view" TargetMode="External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11" Type="http://schemas.openxmlformats.org/officeDocument/2006/relationships/image" Target="../media/image21.png"/><Relationship Id="rId10" Type="http://schemas.openxmlformats.org/officeDocument/2006/relationships/image" Target="../media/image23.png"/><Relationship Id="rId12" Type="http://schemas.openxmlformats.org/officeDocument/2006/relationships/image" Target="../media/image24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64960" y="3764520"/>
            <a:ext cx="2761920" cy="276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/>
          <p:nvPr/>
        </p:nvSpPr>
        <p:spPr>
          <a:xfrm>
            <a:off x="6172200" y="4800600"/>
            <a:ext cx="17100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7" title="file_00000000591481f88197109894cee26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9025" y="3361063"/>
            <a:ext cx="3247173" cy="324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350">
            <a:spAutoFit/>
          </a:bodyPr>
          <a:lstStyle/>
          <a:p>
            <a:pPr indent="0" lvl="0" marL="5504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5000"/>
              <a:buFont typeface="Verdana"/>
              <a:buNone/>
            </a:pPr>
            <a:r>
              <a:rPr b="0" lang="en-US" sz="5000" u="none" strike="noStrike">
                <a:solidFill>
                  <a:srgbClr val="34709E"/>
                </a:solidFill>
                <a:latin typeface="Verdana"/>
                <a:ea typeface="Verdana"/>
                <a:cs typeface="Verdana"/>
                <a:sym typeface="Verdana"/>
              </a:rPr>
              <a:t>Group Members</a:t>
            </a:r>
            <a:endParaRPr b="0" sz="5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10041900" y="5802975"/>
            <a:ext cx="2392200" cy="13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830775" y="6787450"/>
            <a:ext cx="16746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 txBox="1"/>
          <p:nvPr/>
        </p:nvSpPr>
        <p:spPr>
          <a:xfrm>
            <a:off x="1734000" y="5677375"/>
            <a:ext cx="26310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Izabela Rocha</a:t>
            </a:r>
            <a:endParaRPr sz="3000"/>
          </a:p>
        </p:txBody>
      </p:sp>
      <p:sp>
        <p:nvSpPr>
          <p:cNvPr id="66" name="Google Shape;66;p8"/>
          <p:cNvSpPr txBox="1"/>
          <p:nvPr/>
        </p:nvSpPr>
        <p:spPr>
          <a:xfrm>
            <a:off x="13780500" y="5677375"/>
            <a:ext cx="31035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Maria Clara Silva</a:t>
            </a:r>
            <a:endParaRPr sz="3000"/>
          </a:p>
        </p:txBody>
      </p:sp>
      <p:sp>
        <p:nvSpPr>
          <p:cNvPr id="67" name="Google Shape;67;p8"/>
          <p:cNvSpPr txBox="1"/>
          <p:nvPr/>
        </p:nvSpPr>
        <p:spPr>
          <a:xfrm>
            <a:off x="9892650" y="5677375"/>
            <a:ext cx="26310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Beatriz</a:t>
            </a:r>
            <a:r>
              <a:rPr lang="en-US" sz="3000"/>
              <a:t> Rocha</a:t>
            </a:r>
            <a:endParaRPr sz="3000"/>
          </a:p>
        </p:txBody>
      </p:sp>
      <p:sp>
        <p:nvSpPr>
          <p:cNvPr id="68" name="Google Shape;68;p8"/>
          <p:cNvSpPr txBox="1"/>
          <p:nvPr/>
        </p:nvSpPr>
        <p:spPr>
          <a:xfrm>
            <a:off x="6007350" y="5677375"/>
            <a:ext cx="2392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Isabela Silva</a:t>
            </a:r>
            <a:endParaRPr sz="3000"/>
          </a:p>
        </p:txBody>
      </p:sp>
      <p:sp>
        <p:nvSpPr>
          <p:cNvPr id="69" name="Google Shape;69;p8"/>
          <p:cNvSpPr txBox="1"/>
          <p:nvPr/>
        </p:nvSpPr>
        <p:spPr>
          <a:xfrm>
            <a:off x="10219650" y="3862850"/>
            <a:ext cx="180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/>
              <a:t>😝</a:t>
            </a:r>
            <a:endParaRPr sz="10000"/>
          </a:p>
        </p:txBody>
      </p:sp>
      <p:sp>
        <p:nvSpPr>
          <p:cNvPr id="70" name="Google Shape;70;p8"/>
          <p:cNvSpPr txBox="1"/>
          <p:nvPr/>
        </p:nvSpPr>
        <p:spPr>
          <a:xfrm>
            <a:off x="6257400" y="3758000"/>
            <a:ext cx="189210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/>
              <a:t>😉</a:t>
            </a:r>
            <a:endParaRPr sz="9600"/>
          </a:p>
        </p:txBody>
      </p:sp>
      <p:sp>
        <p:nvSpPr>
          <p:cNvPr id="71" name="Google Shape;71;p8"/>
          <p:cNvSpPr txBox="1"/>
          <p:nvPr/>
        </p:nvSpPr>
        <p:spPr>
          <a:xfrm>
            <a:off x="14386200" y="3915775"/>
            <a:ext cx="18921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/>
              <a:t>😎</a:t>
            </a:r>
            <a:endParaRPr sz="9600"/>
          </a:p>
        </p:txBody>
      </p:sp>
      <p:sp>
        <p:nvSpPr>
          <p:cNvPr id="72" name="Google Shape;72;p8"/>
          <p:cNvSpPr txBox="1"/>
          <p:nvPr/>
        </p:nvSpPr>
        <p:spPr>
          <a:xfrm>
            <a:off x="2103450" y="3813200"/>
            <a:ext cx="18921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/>
              <a:t>😁</a:t>
            </a:r>
            <a:endParaRPr sz="9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2082600" y="4734000"/>
            <a:ext cx="5987520" cy="78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34709E"/>
                </a:solidFill>
                <a:latin typeface="Arial Black"/>
                <a:ea typeface="Arial Black"/>
                <a:cs typeface="Arial Black"/>
                <a:sym typeface="Arial Black"/>
              </a:rPr>
              <a:t>LIST OF CONTENTS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9996480" y="0"/>
            <a:ext cx="8291520" cy="10286640"/>
          </a:xfrm>
          <a:custGeom>
            <a:rect b="b" l="l" r="r" t="t"/>
            <a:pathLst>
              <a:path extrusionOk="0" h="10287000" w="8291830">
                <a:moveTo>
                  <a:pt x="829169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8291694" y="0"/>
                </a:lnTo>
                <a:lnTo>
                  <a:pt x="8291694" y="10286999"/>
                </a:lnTo>
                <a:close/>
              </a:path>
            </a:pathLst>
          </a:custGeom>
          <a:solidFill>
            <a:srgbClr val="3470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11061346" y="1270075"/>
            <a:ext cx="904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spAutoFit/>
          </a:bodyPr>
          <a:lstStyle/>
          <a:p>
            <a:pPr indent="0" lvl="0" marL="1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4000"/>
              <a:buFont typeface="Arial Black"/>
              <a:buNone/>
            </a:pPr>
            <a:r>
              <a:rPr b="0" lang="en-US" sz="4000" u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sz="4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12069348" y="1384550"/>
            <a:ext cx="2484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11030400" y="2283850"/>
            <a:ext cx="904500" cy="6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35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7360" marR="0" rtl="0" algn="l">
              <a:lnSpc>
                <a:spcPct val="100000"/>
              </a:lnSpc>
              <a:spcBef>
                <a:spcPts val="318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80" marR="0" rtl="0" algn="l">
              <a:lnSpc>
                <a:spcPct val="100000"/>
              </a:lnSpc>
              <a:spcBef>
                <a:spcPts val="318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120" marR="0" rtl="0" algn="l">
              <a:lnSpc>
                <a:spcPct val="100000"/>
              </a:lnSpc>
              <a:spcBef>
                <a:spcPts val="3186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00000"/>
              </a:lnSpc>
              <a:spcBef>
                <a:spcPts val="318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8240" marR="0" rtl="0" algn="l">
              <a:lnSpc>
                <a:spcPct val="100000"/>
              </a:lnSpc>
              <a:spcBef>
                <a:spcPts val="318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600" marR="0" rtl="0" algn="l">
              <a:lnSpc>
                <a:spcPct val="100000"/>
              </a:lnSpc>
              <a:spcBef>
                <a:spcPts val="3149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12069360" y="2398320"/>
            <a:ext cx="3028680" cy="40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12069347" y="3411725"/>
            <a:ext cx="2267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Objectives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12069348" y="4425475"/>
            <a:ext cx="2593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Methodology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12069349" y="5439250"/>
            <a:ext cx="3507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Who we disgned for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12069346" y="6453000"/>
            <a:ext cx="2267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Fluxogram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12069347" y="7466750"/>
            <a:ext cx="2006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Prototype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12069360" y="8476200"/>
            <a:ext cx="3135240" cy="40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AF6F0"/>
                </a:solidFill>
                <a:latin typeface="Arial Black"/>
                <a:ea typeface="Arial Black"/>
                <a:cs typeface="Arial Black"/>
                <a:sym typeface="Arial Black"/>
              </a:rPr>
              <a:t>Proposed outcomes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6550">
            <a:spAutoFit/>
          </a:bodyPr>
          <a:lstStyle/>
          <a:p>
            <a:pPr indent="0" lvl="0" marL="1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3500"/>
              <a:buFont typeface="Tahoma"/>
              <a:buNone/>
            </a:pPr>
            <a:r>
              <a:rPr b="1" lang="en-US" sz="3500" u="none" strike="noStrike">
                <a:solidFill>
                  <a:srgbClr val="34709E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 b="0" sz="35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600" rtl="0" algn="l">
              <a:lnSpc>
                <a:spcPct val="100000"/>
              </a:lnSpc>
              <a:spcBef>
                <a:spcPts val="1054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Verdana"/>
              <a:buNone/>
            </a:pPr>
            <a:r>
              <a:rPr b="0" lang="en-US" sz="500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PROJECT OVERVIEW</a:t>
            </a:r>
            <a:endParaRPr b="0" sz="5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7200" y="4220640"/>
            <a:ext cx="1485360" cy="153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3120" y="3998880"/>
            <a:ext cx="809280" cy="17618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0"/>
          <p:cNvSpPr/>
          <p:nvPr/>
        </p:nvSpPr>
        <p:spPr>
          <a:xfrm>
            <a:off x="4254777" y="6062338"/>
            <a:ext cx="199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34709E"/>
                </a:solidFill>
                <a:latin typeface="Arial Black"/>
                <a:ea typeface="Arial Black"/>
                <a:cs typeface="Arial Black"/>
                <a:sym typeface="Arial Black"/>
              </a:rPr>
              <a:t>SOLUTION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11652840" y="6062400"/>
            <a:ext cx="2689560" cy="40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34709E"/>
                </a:solidFill>
                <a:latin typeface="Arial Black"/>
                <a:ea typeface="Arial Black"/>
                <a:cs typeface="Arial Black"/>
                <a:sym typeface="Arial Black"/>
              </a:rPr>
              <a:t>WHY IT MATTERS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1832760" y="6978600"/>
            <a:ext cx="6832800" cy="447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We </a:t>
            </a:r>
            <a:r>
              <a:rPr lang="en-US" sz="250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developed a Python quiz in which users register and must type their own answers to each question.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9622440" y="6944760"/>
            <a:ext cx="6832800" cy="447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The project provides a simple and interactive way to test knowledge, encouraging memory, reasoning, and user participation.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/>
          <p:nvPr/>
        </p:nvSpPr>
        <p:spPr>
          <a:xfrm>
            <a:off x="3969360" y="1371960"/>
            <a:ext cx="1768680" cy="1714320"/>
          </a:xfrm>
          <a:custGeom>
            <a:rect b="b" l="l" r="r" t="t"/>
            <a:pathLst>
              <a:path extrusionOk="0" h="1714500" w="1769110">
                <a:moveTo>
                  <a:pt x="54783" y="215899"/>
                </a:moveTo>
                <a:lnTo>
                  <a:pt x="9399" y="215899"/>
                </a:lnTo>
                <a:lnTo>
                  <a:pt x="2522" y="203199"/>
                </a:lnTo>
                <a:lnTo>
                  <a:pt x="0" y="190499"/>
                </a:lnTo>
                <a:lnTo>
                  <a:pt x="0" y="25399"/>
                </a:lnTo>
                <a:lnTo>
                  <a:pt x="2522" y="12699"/>
                </a:lnTo>
                <a:lnTo>
                  <a:pt x="9399" y="0"/>
                </a:lnTo>
                <a:lnTo>
                  <a:pt x="205271" y="0"/>
                </a:lnTo>
                <a:lnTo>
                  <a:pt x="212148" y="12699"/>
                </a:lnTo>
                <a:lnTo>
                  <a:pt x="214671" y="25399"/>
                </a:lnTo>
                <a:lnTo>
                  <a:pt x="212148" y="38099"/>
                </a:lnTo>
                <a:lnTo>
                  <a:pt x="205271" y="50799"/>
                </a:lnTo>
                <a:lnTo>
                  <a:pt x="195070" y="50799"/>
                </a:lnTo>
                <a:lnTo>
                  <a:pt x="182579" y="63499"/>
                </a:lnTo>
                <a:lnTo>
                  <a:pt x="64183" y="63499"/>
                </a:lnTo>
                <a:lnTo>
                  <a:pt x="64183" y="190499"/>
                </a:lnTo>
                <a:lnTo>
                  <a:pt x="61661" y="203199"/>
                </a:lnTo>
                <a:lnTo>
                  <a:pt x="54783" y="215899"/>
                </a:lnTo>
                <a:close/>
              </a:path>
              <a:path extrusionOk="0" h="1714500" w="1769110">
                <a:moveTo>
                  <a:pt x="1350058" y="215899"/>
                </a:moveTo>
                <a:lnTo>
                  <a:pt x="1304674" y="215899"/>
                </a:lnTo>
                <a:lnTo>
                  <a:pt x="1297797" y="203199"/>
                </a:lnTo>
                <a:lnTo>
                  <a:pt x="1295275" y="190499"/>
                </a:lnTo>
                <a:lnTo>
                  <a:pt x="1295275" y="63499"/>
                </a:lnTo>
                <a:lnTo>
                  <a:pt x="1176879" y="63499"/>
                </a:lnTo>
                <a:lnTo>
                  <a:pt x="1164388" y="50799"/>
                </a:lnTo>
                <a:lnTo>
                  <a:pt x="1154187" y="50799"/>
                </a:lnTo>
                <a:lnTo>
                  <a:pt x="1147309" y="38099"/>
                </a:lnTo>
                <a:lnTo>
                  <a:pt x="1144787" y="25399"/>
                </a:lnTo>
                <a:lnTo>
                  <a:pt x="1147309" y="12699"/>
                </a:lnTo>
                <a:lnTo>
                  <a:pt x="1154187" y="0"/>
                </a:lnTo>
                <a:lnTo>
                  <a:pt x="1350058" y="0"/>
                </a:lnTo>
                <a:lnTo>
                  <a:pt x="1356936" y="12699"/>
                </a:lnTo>
                <a:lnTo>
                  <a:pt x="1359458" y="25399"/>
                </a:lnTo>
                <a:lnTo>
                  <a:pt x="1359458" y="190499"/>
                </a:lnTo>
                <a:lnTo>
                  <a:pt x="1356936" y="203199"/>
                </a:lnTo>
                <a:lnTo>
                  <a:pt x="1350058" y="215899"/>
                </a:lnTo>
                <a:close/>
              </a:path>
              <a:path extrusionOk="0" h="1714500" w="1769110">
                <a:moveTo>
                  <a:pt x="747220" y="1269999"/>
                </a:moveTo>
                <a:lnTo>
                  <a:pt x="645958" y="1269999"/>
                </a:lnTo>
                <a:lnTo>
                  <a:pt x="599344" y="1257299"/>
                </a:lnTo>
                <a:lnTo>
                  <a:pt x="553940" y="1257299"/>
                </a:lnTo>
                <a:lnTo>
                  <a:pt x="509896" y="1244599"/>
                </a:lnTo>
                <a:lnTo>
                  <a:pt x="467363" y="1219199"/>
                </a:lnTo>
                <a:lnTo>
                  <a:pt x="426490" y="1206499"/>
                </a:lnTo>
                <a:lnTo>
                  <a:pt x="387426" y="1181099"/>
                </a:lnTo>
                <a:lnTo>
                  <a:pt x="350321" y="1155699"/>
                </a:lnTo>
                <a:lnTo>
                  <a:pt x="315325" y="1130299"/>
                </a:lnTo>
                <a:lnTo>
                  <a:pt x="282587" y="1092199"/>
                </a:lnTo>
                <a:lnTo>
                  <a:pt x="252257" y="1066799"/>
                </a:lnTo>
                <a:lnTo>
                  <a:pt x="224485" y="1028699"/>
                </a:lnTo>
                <a:lnTo>
                  <a:pt x="199419" y="990599"/>
                </a:lnTo>
                <a:lnTo>
                  <a:pt x="177210" y="952499"/>
                </a:lnTo>
                <a:lnTo>
                  <a:pt x="158008" y="914399"/>
                </a:lnTo>
                <a:lnTo>
                  <a:pt x="141961" y="876299"/>
                </a:lnTo>
                <a:lnTo>
                  <a:pt x="129220" y="825499"/>
                </a:lnTo>
                <a:lnTo>
                  <a:pt x="119934" y="787399"/>
                </a:lnTo>
                <a:lnTo>
                  <a:pt x="114252" y="736599"/>
                </a:lnTo>
                <a:lnTo>
                  <a:pt x="112325" y="685799"/>
                </a:lnTo>
                <a:lnTo>
                  <a:pt x="114252" y="634999"/>
                </a:lnTo>
                <a:lnTo>
                  <a:pt x="119934" y="596899"/>
                </a:lnTo>
                <a:lnTo>
                  <a:pt x="129220" y="546099"/>
                </a:lnTo>
                <a:lnTo>
                  <a:pt x="141961" y="507999"/>
                </a:lnTo>
                <a:lnTo>
                  <a:pt x="158008" y="457199"/>
                </a:lnTo>
                <a:lnTo>
                  <a:pt x="177210" y="419099"/>
                </a:lnTo>
                <a:lnTo>
                  <a:pt x="199419" y="380999"/>
                </a:lnTo>
                <a:lnTo>
                  <a:pt x="224485" y="342899"/>
                </a:lnTo>
                <a:lnTo>
                  <a:pt x="252257" y="304799"/>
                </a:lnTo>
                <a:lnTo>
                  <a:pt x="282587" y="279399"/>
                </a:lnTo>
                <a:lnTo>
                  <a:pt x="315325" y="241299"/>
                </a:lnTo>
                <a:lnTo>
                  <a:pt x="350321" y="215899"/>
                </a:lnTo>
                <a:lnTo>
                  <a:pt x="387426" y="190499"/>
                </a:lnTo>
                <a:lnTo>
                  <a:pt x="426490" y="165099"/>
                </a:lnTo>
                <a:lnTo>
                  <a:pt x="467363" y="152399"/>
                </a:lnTo>
                <a:lnTo>
                  <a:pt x="509896" y="139699"/>
                </a:lnTo>
                <a:lnTo>
                  <a:pt x="553940" y="126999"/>
                </a:lnTo>
                <a:lnTo>
                  <a:pt x="645958" y="101599"/>
                </a:lnTo>
                <a:lnTo>
                  <a:pt x="741311" y="101599"/>
                </a:lnTo>
                <a:lnTo>
                  <a:pt x="833328" y="126999"/>
                </a:lnTo>
                <a:lnTo>
                  <a:pt x="877371" y="139699"/>
                </a:lnTo>
                <a:lnTo>
                  <a:pt x="919904" y="152399"/>
                </a:lnTo>
                <a:lnTo>
                  <a:pt x="960777" y="165099"/>
                </a:lnTo>
                <a:lnTo>
                  <a:pt x="999841" y="190499"/>
                </a:lnTo>
                <a:lnTo>
                  <a:pt x="1036945" y="215899"/>
                </a:lnTo>
                <a:lnTo>
                  <a:pt x="645401" y="215899"/>
                </a:lnTo>
                <a:lnTo>
                  <a:pt x="553365" y="241299"/>
                </a:lnTo>
                <a:lnTo>
                  <a:pt x="510030" y="253999"/>
                </a:lnTo>
                <a:lnTo>
                  <a:pt x="468799" y="266699"/>
                </a:lnTo>
                <a:lnTo>
                  <a:pt x="429909" y="292099"/>
                </a:lnTo>
                <a:lnTo>
                  <a:pt x="393598" y="317499"/>
                </a:lnTo>
                <a:lnTo>
                  <a:pt x="360102" y="355599"/>
                </a:lnTo>
                <a:lnTo>
                  <a:pt x="329659" y="380999"/>
                </a:lnTo>
                <a:lnTo>
                  <a:pt x="302506" y="419099"/>
                </a:lnTo>
                <a:lnTo>
                  <a:pt x="278880" y="457199"/>
                </a:lnTo>
                <a:lnTo>
                  <a:pt x="259018" y="507999"/>
                </a:lnTo>
                <a:lnTo>
                  <a:pt x="243157" y="546099"/>
                </a:lnTo>
                <a:lnTo>
                  <a:pt x="231534" y="596899"/>
                </a:lnTo>
                <a:lnTo>
                  <a:pt x="224387" y="634999"/>
                </a:lnTo>
                <a:lnTo>
                  <a:pt x="221951" y="685799"/>
                </a:lnTo>
                <a:lnTo>
                  <a:pt x="224387" y="736599"/>
                </a:lnTo>
                <a:lnTo>
                  <a:pt x="231534" y="787399"/>
                </a:lnTo>
                <a:lnTo>
                  <a:pt x="243157" y="825499"/>
                </a:lnTo>
                <a:lnTo>
                  <a:pt x="259018" y="876299"/>
                </a:lnTo>
                <a:lnTo>
                  <a:pt x="278880" y="914399"/>
                </a:lnTo>
                <a:lnTo>
                  <a:pt x="302506" y="952499"/>
                </a:lnTo>
                <a:lnTo>
                  <a:pt x="329659" y="990599"/>
                </a:lnTo>
                <a:lnTo>
                  <a:pt x="360102" y="1015999"/>
                </a:lnTo>
                <a:lnTo>
                  <a:pt x="393598" y="1054099"/>
                </a:lnTo>
                <a:lnTo>
                  <a:pt x="429909" y="1079499"/>
                </a:lnTo>
                <a:lnTo>
                  <a:pt x="468799" y="1104899"/>
                </a:lnTo>
                <a:lnTo>
                  <a:pt x="510030" y="1117599"/>
                </a:lnTo>
                <a:lnTo>
                  <a:pt x="553365" y="1142999"/>
                </a:lnTo>
                <a:lnTo>
                  <a:pt x="598568" y="1155699"/>
                </a:lnTo>
                <a:lnTo>
                  <a:pt x="1032529" y="1155699"/>
                </a:lnTo>
                <a:lnTo>
                  <a:pt x="990354" y="1181099"/>
                </a:lnTo>
                <a:lnTo>
                  <a:pt x="945744" y="1206499"/>
                </a:lnTo>
                <a:lnTo>
                  <a:pt x="898912" y="1231899"/>
                </a:lnTo>
                <a:lnTo>
                  <a:pt x="799437" y="1257299"/>
                </a:lnTo>
                <a:lnTo>
                  <a:pt x="747220" y="1269999"/>
                </a:lnTo>
                <a:close/>
              </a:path>
              <a:path extrusionOk="0" h="1714500" w="1769110">
                <a:moveTo>
                  <a:pt x="1032529" y="1155699"/>
                </a:moveTo>
                <a:lnTo>
                  <a:pt x="788687" y="1155699"/>
                </a:lnTo>
                <a:lnTo>
                  <a:pt x="833890" y="1142999"/>
                </a:lnTo>
                <a:lnTo>
                  <a:pt x="877226" y="1117599"/>
                </a:lnTo>
                <a:lnTo>
                  <a:pt x="918457" y="1104899"/>
                </a:lnTo>
                <a:lnTo>
                  <a:pt x="957346" y="1079499"/>
                </a:lnTo>
                <a:lnTo>
                  <a:pt x="993657" y="1054099"/>
                </a:lnTo>
                <a:lnTo>
                  <a:pt x="1027153" y="1015999"/>
                </a:lnTo>
                <a:lnTo>
                  <a:pt x="1057595" y="990599"/>
                </a:lnTo>
                <a:lnTo>
                  <a:pt x="1084748" y="952499"/>
                </a:lnTo>
                <a:lnTo>
                  <a:pt x="1108374" y="914399"/>
                </a:lnTo>
                <a:lnTo>
                  <a:pt x="1128236" y="876299"/>
                </a:lnTo>
                <a:lnTo>
                  <a:pt x="1144097" y="825499"/>
                </a:lnTo>
                <a:lnTo>
                  <a:pt x="1155720" y="787399"/>
                </a:lnTo>
                <a:lnTo>
                  <a:pt x="1162867" y="736599"/>
                </a:lnTo>
                <a:lnTo>
                  <a:pt x="1165302" y="685799"/>
                </a:lnTo>
                <a:lnTo>
                  <a:pt x="1162867" y="634999"/>
                </a:lnTo>
                <a:lnTo>
                  <a:pt x="1155719" y="596899"/>
                </a:lnTo>
                <a:lnTo>
                  <a:pt x="1144097" y="546099"/>
                </a:lnTo>
                <a:lnTo>
                  <a:pt x="1128235" y="507999"/>
                </a:lnTo>
                <a:lnTo>
                  <a:pt x="1108373" y="457199"/>
                </a:lnTo>
                <a:lnTo>
                  <a:pt x="1084747" y="419099"/>
                </a:lnTo>
                <a:lnTo>
                  <a:pt x="1057594" y="380999"/>
                </a:lnTo>
                <a:lnTo>
                  <a:pt x="1027151" y="355599"/>
                </a:lnTo>
                <a:lnTo>
                  <a:pt x="993656" y="317499"/>
                </a:lnTo>
                <a:lnTo>
                  <a:pt x="957345" y="292099"/>
                </a:lnTo>
                <a:lnTo>
                  <a:pt x="918455" y="266699"/>
                </a:lnTo>
                <a:lnTo>
                  <a:pt x="877224" y="253999"/>
                </a:lnTo>
                <a:lnTo>
                  <a:pt x="833888" y="241299"/>
                </a:lnTo>
                <a:lnTo>
                  <a:pt x="741853" y="215899"/>
                </a:lnTo>
                <a:lnTo>
                  <a:pt x="1036945" y="215899"/>
                </a:lnTo>
                <a:lnTo>
                  <a:pt x="1071941" y="241299"/>
                </a:lnTo>
                <a:lnTo>
                  <a:pt x="1104679" y="279399"/>
                </a:lnTo>
                <a:lnTo>
                  <a:pt x="1135009" y="304799"/>
                </a:lnTo>
                <a:lnTo>
                  <a:pt x="1162781" y="342899"/>
                </a:lnTo>
                <a:lnTo>
                  <a:pt x="1187847" y="380999"/>
                </a:lnTo>
                <a:lnTo>
                  <a:pt x="1210056" y="419099"/>
                </a:lnTo>
                <a:lnTo>
                  <a:pt x="1229258" y="457199"/>
                </a:lnTo>
                <a:lnTo>
                  <a:pt x="1245305" y="507999"/>
                </a:lnTo>
                <a:lnTo>
                  <a:pt x="1258046" y="546099"/>
                </a:lnTo>
                <a:lnTo>
                  <a:pt x="1267332" y="596899"/>
                </a:lnTo>
                <a:lnTo>
                  <a:pt x="1273013" y="634999"/>
                </a:lnTo>
                <a:lnTo>
                  <a:pt x="1274940" y="685799"/>
                </a:lnTo>
                <a:lnTo>
                  <a:pt x="1272609" y="736599"/>
                </a:lnTo>
                <a:lnTo>
                  <a:pt x="1265748" y="787399"/>
                </a:lnTo>
                <a:lnTo>
                  <a:pt x="1254558" y="838199"/>
                </a:lnTo>
                <a:lnTo>
                  <a:pt x="1239240" y="888999"/>
                </a:lnTo>
                <a:lnTo>
                  <a:pt x="1219993" y="939799"/>
                </a:lnTo>
                <a:lnTo>
                  <a:pt x="1197019" y="977899"/>
                </a:lnTo>
                <a:lnTo>
                  <a:pt x="1170517" y="1015999"/>
                </a:lnTo>
                <a:lnTo>
                  <a:pt x="1287278" y="1130299"/>
                </a:lnTo>
                <a:lnTo>
                  <a:pt x="1072055" y="1130299"/>
                </a:lnTo>
                <a:lnTo>
                  <a:pt x="1032529" y="1155699"/>
                </a:lnTo>
                <a:close/>
              </a:path>
              <a:path extrusionOk="0" h="1714500" w="1769110">
                <a:moveTo>
                  <a:pt x="975436" y="914399"/>
                </a:moveTo>
                <a:lnTo>
                  <a:pt x="411826" y="914399"/>
                </a:lnTo>
                <a:lnTo>
                  <a:pt x="376707" y="888999"/>
                </a:lnTo>
                <a:lnTo>
                  <a:pt x="355029" y="850899"/>
                </a:lnTo>
                <a:lnTo>
                  <a:pt x="349785" y="800099"/>
                </a:lnTo>
                <a:lnTo>
                  <a:pt x="363970" y="761999"/>
                </a:lnTo>
                <a:lnTo>
                  <a:pt x="600207" y="342899"/>
                </a:lnTo>
                <a:lnTo>
                  <a:pt x="631522" y="317499"/>
                </a:lnTo>
                <a:lnTo>
                  <a:pt x="671919" y="292099"/>
                </a:lnTo>
                <a:lnTo>
                  <a:pt x="715344" y="292099"/>
                </a:lnTo>
                <a:lnTo>
                  <a:pt x="755742" y="317499"/>
                </a:lnTo>
                <a:lnTo>
                  <a:pt x="787058" y="342899"/>
                </a:lnTo>
                <a:lnTo>
                  <a:pt x="844327" y="444499"/>
                </a:lnTo>
                <a:lnTo>
                  <a:pt x="693627" y="444499"/>
                </a:lnTo>
                <a:lnTo>
                  <a:pt x="678067" y="457199"/>
                </a:lnTo>
                <a:lnTo>
                  <a:pt x="666164" y="457199"/>
                </a:lnTo>
                <a:lnTo>
                  <a:pt x="660640" y="469899"/>
                </a:lnTo>
                <a:lnTo>
                  <a:pt x="657981" y="469899"/>
                </a:lnTo>
                <a:lnTo>
                  <a:pt x="658265" y="482599"/>
                </a:lnTo>
                <a:lnTo>
                  <a:pt x="665402" y="673099"/>
                </a:lnTo>
                <a:lnTo>
                  <a:pt x="667907" y="685799"/>
                </a:lnTo>
                <a:lnTo>
                  <a:pt x="674022" y="698499"/>
                </a:lnTo>
                <a:lnTo>
                  <a:pt x="987498" y="698499"/>
                </a:lnTo>
                <a:lnTo>
                  <a:pt x="1023291" y="761999"/>
                </a:lnTo>
                <a:lnTo>
                  <a:pt x="1028020" y="774699"/>
                </a:lnTo>
                <a:lnTo>
                  <a:pt x="668046" y="774699"/>
                </a:lnTo>
                <a:lnTo>
                  <a:pt x="660291" y="787399"/>
                </a:lnTo>
                <a:lnTo>
                  <a:pt x="657447" y="800099"/>
                </a:lnTo>
                <a:lnTo>
                  <a:pt x="660290" y="825499"/>
                </a:lnTo>
                <a:lnTo>
                  <a:pt x="668044" y="825499"/>
                </a:lnTo>
                <a:lnTo>
                  <a:pt x="679546" y="838199"/>
                </a:lnTo>
                <a:lnTo>
                  <a:pt x="1033546" y="838199"/>
                </a:lnTo>
                <a:lnTo>
                  <a:pt x="1032235" y="850899"/>
                </a:lnTo>
                <a:lnTo>
                  <a:pt x="1010556" y="888999"/>
                </a:lnTo>
                <a:lnTo>
                  <a:pt x="975436" y="914399"/>
                </a:lnTo>
                <a:close/>
              </a:path>
              <a:path extrusionOk="0" h="1714500" w="1769110">
                <a:moveTo>
                  <a:pt x="987498" y="698499"/>
                </a:moveTo>
                <a:lnTo>
                  <a:pt x="713231" y="698499"/>
                </a:lnTo>
                <a:lnTo>
                  <a:pt x="719346" y="685799"/>
                </a:lnTo>
                <a:lnTo>
                  <a:pt x="721852" y="673099"/>
                </a:lnTo>
                <a:lnTo>
                  <a:pt x="729277" y="469899"/>
                </a:lnTo>
                <a:lnTo>
                  <a:pt x="726617" y="469899"/>
                </a:lnTo>
                <a:lnTo>
                  <a:pt x="721093" y="457199"/>
                </a:lnTo>
                <a:lnTo>
                  <a:pt x="709189" y="457199"/>
                </a:lnTo>
                <a:lnTo>
                  <a:pt x="693627" y="444499"/>
                </a:lnTo>
                <a:lnTo>
                  <a:pt x="844327" y="444499"/>
                </a:lnTo>
                <a:lnTo>
                  <a:pt x="987498" y="698499"/>
                </a:lnTo>
                <a:close/>
              </a:path>
              <a:path extrusionOk="0" h="1714500" w="1769110">
                <a:moveTo>
                  <a:pt x="1033546" y="838199"/>
                </a:moveTo>
                <a:lnTo>
                  <a:pt x="707713" y="838199"/>
                </a:lnTo>
                <a:lnTo>
                  <a:pt x="719214" y="825499"/>
                </a:lnTo>
                <a:lnTo>
                  <a:pt x="726967" y="825499"/>
                </a:lnTo>
                <a:lnTo>
                  <a:pt x="729810" y="800099"/>
                </a:lnTo>
                <a:lnTo>
                  <a:pt x="726967" y="787399"/>
                </a:lnTo>
                <a:lnTo>
                  <a:pt x="719214" y="774699"/>
                </a:lnTo>
                <a:lnTo>
                  <a:pt x="1028020" y="774699"/>
                </a:lnTo>
                <a:lnTo>
                  <a:pt x="1037478" y="800099"/>
                </a:lnTo>
                <a:lnTo>
                  <a:pt x="1033546" y="838199"/>
                </a:lnTo>
                <a:close/>
              </a:path>
              <a:path extrusionOk="0" h="1714500" w="1769110">
                <a:moveTo>
                  <a:pt x="1601403" y="1714499"/>
                </a:moveTo>
                <a:lnTo>
                  <a:pt x="1563808" y="1689099"/>
                </a:lnTo>
                <a:lnTo>
                  <a:pt x="1244581" y="1384299"/>
                </a:lnTo>
                <a:lnTo>
                  <a:pt x="1228606" y="1346199"/>
                </a:lnTo>
                <a:lnTo>
                  <a:pt x="1232159" y="1320799"/>
                </a:lnTo>
                <a:lnTo>
                  <a:pt x="1243454" y="1308099"/>
                </a:lnTo>
                <a:lnTo>
                  <a:pt x="1250021" y="1308099"/>
                </a:lnTo>
                <a:lnTo>
                  <a:pt x="1072055" y="1130299"/>
                </a:lnTo>
                <a:lnTo>
                  <a:pt x="1287278" y="1130299"/>
                </a:lnTo>
                <a:lnTo>
                  <a:pt x="1352145" y="1193799"/>
                </a:lnTo>
                <a:lnTo>
                  <a:pt x="1433442" y="1193799"/>
                </a:lnTo>
                <a:lnTo>
                  <a:pt x="1752669" y="1498599"/>
                </a:lnTo>
                <a:lnTo>
                  <a:pt x="1764485" y="1511299"/>
                </a:lnTo>
                <a:lnTo>
                  <a:pt x="1768637" y="1536699"/>
                </a:lnTo>
                <a:lnTo>
                  <a:pt x="1765085" y="1562099"/>
                </a:lnTo>
                <a:lnTo>
                  <a:pt x="1753788" y="1574799"/>
                </a:lnTo>
                <a:lnTo>
                  <a:pt x="1638534" y="1689099"/>
                </a:lnTo>
                <a:lnTo>
                  <a:pt x="1621252" y="1701799"/>
                </a:lnTo>
                <a:lnTo>
                  <a:pt x="1601403" y="1714499"/>
                </a:lnTo>
                <a:close/>
              </a:path>
              <a:path extrusionOk="0" h="1714500" w="1769110">
                <a:moveTo>
                  <a:pt x="1433442" y="1193799"/>
                </a:moveTo>
                <a:lnTo>
                  <a:pt x="1358712" y="1193799"/>
                </a:lnTo>
                <a:lnTo>
                  <a:pt x="1375994" y="1181099"/>
                </a:lnTo>
                <a:lnTo>
                  <a:pt x="1395846" y="1168399"/>
                </a:lnTo>
                <a:lnTo>
                  <a:pt x="1415813" y="1181099"/>
                </a:lnTo>
                <a:lnTo>
                  <a:pt x="1433442" y="1193799"/>
                </a:lnTo>
                <a:close/>
              </a:path>
              <a:path extrusionOk="0" h="1714500" w="1769110">
                <a:moveTo>
                  <a:pt x="54783" y="1206499"/>
                </a:moveTo>
                <a:lnTo>
                  <a:pt x="9399" y="1206499"/>
                </a:lnTo>
                <a:lnTo>
                  <a:pt x="19600" y="1193799"/>
                </a:lnTo>
                <a:lnTo>
                  <a:pt x="44583" y="1193799"/>
                </a:lnTo>
                <a:lnTo>
                  <a:pt x="54783" y="1206499"/>
                </a:lnTo>
                <a:close/>
              </a:path>
              <a:path extrusionOk="0" h="1714500" w="1769110">
                <a:moveTo>
                  <a:pt x="195070" y="1422399"/>
                </a:moveTo>
                <a:lnTo>
                  <a:pt x="19600" y="1422399"/>
                </a:lnTo>
                <a:lnTo>
                  <a:pt x="9399" y="1409699"/>
                </a:lnTo>
                <a:lnTo>
                  <a:pt x="2522" y="1396999"/>
                </a:lnTo>
                <a:lnTo>
                  <a:pt x="0" y="1384299"/>
                </a:lnTo>
                <a:lnTo>
                  <a:pt x="0" y="1219199"/>
                </a:lnTo>
                <a:lnTo>
                  <a:pt x="2522" y="1206499"/>
                </a:lnTo>
                <a:lnTo>
                  <a:pt x="61661" y="1206499"/>
                </a:lnTo>
                <a:lnTo>
                  <a:pt x="64183" y="1219199"/>
                </a:lnTo>
                <a:lnTo>
                  <a:pt x="64183" y="1358899"/>
                </a:lnTo>
                <a:lnTo>
                  <a:pt x="205269" y="1358899"/>
                </a:lnTo>
                <a:lnTo>
                  <a:pt x="212148" y="1371599"/>
                </a:lnTo>
                <a:lnTo>
                  <a:pt x="214671" y="1384299"/>
                </a:lnTo>
                <a:lnTo>
                  <a:pt x="212148" y="1396999"/>
                </a:lnTo>
                <a:lnTo>
                  <a:pt x="205271" y="1409699"/>
                </a:lnTo>
                <a:lnTo>
                  <a:pt x="195070" y="1422399"/>
                </a:lnTo>
                <a:close/>
              </a:path>
            </a:pathLst>
          </a:custGeom>
          <a:solidFill>
            <a:srgbClr val="3470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7600">
            <a:spAutoFit/>
          </a:bodyPr>
          <a:lstStyle/>
          <a:p>
            <a:pPr indent="0" lvl="0" marL="5243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5100"/>
              <a:buFont typeface="Verdana"/>
              <a:buNone/>
            </a:pPr>
            <a:r>
              <a:rPr b="0" lang="en-US" sz="5100" u="none" strike="noStrike">
                <a:solidFill>
                  <a:srgbClr val="34709E"/>
                </a:solidFill>
                <a:latin typeface="Verdana"/>
                <a:ea typeface="Verdana"/>
                <a:cs typeface="Verdana"/>
                <a:sym typeface="Verdana"/>
              </a:rPr>
              <a:t>PROBLEM STATEMENT</a:t>
            </a:r>
            <a:endParaRPr b="0" sz="5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243040" rtl="0" algn="l">
              <a:lnSpc>
                <a:spcPct val="115000"/>
              </a:lnSpc>
              <a:spcBef>
                <a:spcPts val="590"/>
              </a:spcBef>
              <a:spcAft>
                <a:spcPts val="0"/>
              </a:spcAft>
              <a:buClr>
                <a:srgbClr val="535353"/>
              </a:buClr>
              <a:buSzPts val="2650"/>
              <a:buFont typeface="Verdana"/>
              <a:buNone/>
            </a:pPr>
            <a:r>
              <a:rPr b="0" lang="en-US" sz="265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Analyzing our target audience, we came to some conclusions; many of them reported:</a:t>
            </a:r>
            <a:endParaRPr b="0" sz="265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1"/>
          <p:cNvGrpSpPr/>
          <p:nvPr/>
        </p:nvGrpSpPr>
        <p:grpSpPr>
          <a:xfrm>
            <a:off x="1694520" y="4668480"/>
            <a:ext cx="437760" cy="437760"/>
            <a:chOff x="1694520" y="4668480"/>
            <a:chExt cx="437760" cy="437760"/>
          </a:xfrm>
        </p:grpSpPr>
        <p:sp>
          <p:nvSpPr>
            <p:cNvPr id="107" name="Google Shape;107;p11"/>
            <p:cNvSpPr/>
            <p:nvPr/>
          </p:nvSpPr>
          <p:spPr>
            <a:xfrm>
              <a:off x="1694520" y="466848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8" name="Google Shape;10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2160" y="481212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1"/>
          <p:cNvGrpSpPr/>
          <p:nvPr/>
        </p:nvGrpSpPr>
        <p:grpSpPr>
          <a:xfrm>
            <a:off x="1694520" y="5687640"/>
            <a:ext cx="437760" cy="437760"/>
            <a:chOff x="1694520" y="5687640"/>
            <a:chExt cx="437760" cy="437760"/>
          </a:xfrm>
        </p:grpSpPr>
        <p:sp>
          <p:nvSpPr>
            <p:cNvPr id="110" name="Google Shape;110;p11"/>
            <p:cNvSpPr/>
            <p:nvPr/>
          </p:nvSpPr>
          <p:spPr>
            <a:xfrm>
              <a:off x="1694520" y="568764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" name="Google Shape;11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2160" y="583128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11"/>
          <p:cNvGrpSpPr/>
          <p:nvPr/>
        </p:nvGrpSpPr>
        <p:grpSpPr>
          <a:xfrm>
            <a:off x="1694520" y="6694560"/>
            <a:ext cx="437760" cy="437760"/>
            <a:chOff x="1694520" y="6694560"/>
            <a:chExt cx="437760" cy="437760"/>
          </a:xfrm>
        </p:grpSpPr>
        <p:sp>
          <p:nvSpPr>
            <p:cNvPr id="113" name="Google Shape;113;p11"/>
            <p:cNvSpPr/>
            <p:nvPr/>
          </p:nvSpPr>
          <p:spPr>
            <a:xfrm>
              <a:off x="1694520" y="669456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" name="Google Shape;11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2160" y="683820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2534760" y="4635360"/>
            <a:ext cx="13773960" cy="245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Ready-made alternatives make guessing easier.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66"/>
              </a:spcBef>
              <a:spcAft>
                <a:spcPts val="0"/>
              </a:spcAft>
              <a:buNone/>
            </a:pPr>
            <a:r>
              <a:t/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-US" sz="28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imited challenge when testing the user’s actual knowledge.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16"/>
              </a:spcBef>
              <a:spcAft>
                <a:spcPts val="0"/>
              </a:spcAft>
              <a:buNone/>
            </a:pPr>
            <a:r>
              <a:t/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Less interaction because users only choose between given options.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4868280" y="1277280"/>
            <a:ext cx="1720440" cy="1720440"/>
          </a:xfrm>
          <a:custGeom>
            <a:rect b="b" l="l" r="r" t="t"/>
            <a:pathLst>
              <a:path extrusionOk="0" h="1720850" w="1720850">
                <a:moveTo>
                  <a:pt x="1190078" y="860298"/>
                </a:moveTo>
                <a:lnTo>
                  <a:pt x="1188059" y="822769"/>
                </a:lnTo>
                <a:lnTo>
                  <a:pt x="1182014" y="785914"/>
                </a:lnTo>
                <a:lnTo>
                  <a:pt x="1171930" y="750404"/>
                </a:lnTo>
                <a:lnTo>
                  <a:pt x="1157820" y="716915"/>
                </a:lnTo>
                <a:lnTo>
                  <a:pt x="1053858" y="820864"/>
                </a:lnTo>
                <a:lnTo>
                  <a:pt x="1055941" y="831062"/>
                </a:lnTo>
                <a:lnTo>
                  <a:pt x="1057389" y="850099"/>
                </a:lnTo>
                <a:lnTo>
                  <a:pt x="1052169" y="906208"/>
                </a:lnTo>
                <a:lnTo>
                  <a:pt x="1037170" y="947978"/>
                </a:lnTo>
                <a:lnTo>
                  <a:pt x="1013714" y="984542"/>
                </a:lnTo>
                <a:lnTo>
                  <a:pt x="983043" y="1014844"/>
                </a:lnTo>
                <a:lnTo>
                  <a:pt x="946416" y="1037805"/>
                </a:lnTo>
                <a:lnTo>
                  <a:pt x="905078" y="1052360"/>
                </a:lnTo>
                <a:lnTo>
                  <a:pt x="860298" y="1057452"/>
                </a:lnTo>
                <a:lnTo>
                  <a:pt x="814387" y="1052169"/>
                </a:lnTo>
                <a:lnTo>
                  <a:pt x="772617" y="1037170"/>
                </a:lnTo>
                <a:lnTo>
                  <a:pt x="736053" y="1013714"/>
                </a:lnTo>
                <a:lnTo>
                  <a:pt x="705751" y="983043"/>
                </a:lnTo>
                <a:lnTo>
                  <a:pt x="682790" y="946416"/>
                </a:lnTo>
                <a:lnTo>
                  <a:pt x="668235" y="905078"/>
                </a:lnTo>
                <a:lnTo>
                  <a:pt x="663143" y="860298"/>
                </a:lnTo>
                <a:lnTo>
                  <a:pt x="668235" y="814387"/>
                </a:lnTo>
                <a:lnTo>
                  <a:pt x="682790" y="772617"/>
                </a:lnTo>
                <a:lnTo>
                  <a:pt x="705751" y="736053"/>
                </a:lnTo>
                <a:lnTo>
                  <a:pt x="736053" y="705751"/>
                </a:lnTo>
                <a:lnTo>
                  <a:pt x="772617" y="682790"/>
                </a:lnTo>
                <a:lnTo>
                  <a:pt x="814387" y="668235"/>
                </a:lnTo>
                <a:lnTo>
                  <a:pt x="860298" y="663143"/>
                </a:lnTo>
                <a:lnTo>
                  <a:pt x="881354" y="663600"/>
                </a:lnTo>
                <a:lnTo>
                  <a:pt x="891044" y="664654"/>
                </a:lnTo>
                <a:lnTo>
                  <a:pt x="899731" y="666724"/>
                </a:lnTo>
                <a:lnTo>
                  <a:pt x="1003681" y="562775"/>
                </a:lnTo>
                <a:lnTo>
                  <a:pt x="970191" y="548665"/>
                </a:lnTo>
                <a:lnTo>
                  <a:pt x="934681" y="538581"/>
                </a:lnTo>
                <a:lnTo>
                  <a:pt x="897826" y="532536"/>
                </a:lnTo>
                <a:lnTo>
                  <a:pt x="860298" y="530517"/>
                </a:lnTo>
                <a:lnTo>
                  <a:pt x="811415" y="534073"/>
                </a:lnTo>
                <a:lnTo>
                  <a:pt x="764806" y="544423"/>
                </a:lnTo>
                <a:lnTo>
                  <a:pt x="720979" y="561060"/>
                </a:lnTo>
                <a:lnTo>
                  <a:pt x="680427" y="583476"/>
                </a:lnTo>
                <a:lnTo>
                  <a:pt x="643661" y="611174"/>
                </a:lnTo>
                <a:lnTo>
                  <a:pt x="611174" y="643661"/>
                </a:lnTo>
                <a:lnTo>
                  <a:pt x="583476" y="680427"/>
                </a:lnTo>
                <a:lnTo>
                  <a:pt x="561060" y="720979"/>
                </a:lnTo>
                <a:lnTo>
                  <a:pt x="544423" y="764806"/>
                </a:lnTo>
                <a:lnTo>
                  <a:pt x="534073" y="811415"/>
                </a:lnTo>
                <a:lnTo>
                  <a:pt x="530517" y="860298"/>
                </a:lnTo>
                <a:lnTo>
                  <a:pt x="534073" y="909180"/>
                </a:lnTo>
                <a:lnTo>
                  <a:pt x="544423" y="955789"/>
                </a:lnTo>
                <a:lnTo>
                  <a:pt x="561060" y="999617"/>
                </a:lnTo>
                <a:lnTo>
                  <a:pt x="583476" y="1040168"/>
                </a:lnTo>
                <a:lnTo>
                  <a:pt x="611174" y="1076934"/>
                </a:lnTo>
                <a:lnTo>
                  <a:pt x="643661" y="1109421"/>
                </a:lnTo>
                <a:lnTo>
                  <a:pt x="680427" y="1137119"/>
                </a:lnTo>
                <a:lnTo>
                  <a:pt x="720979" y="1159535"/>
                </a:lnTo>
                <a:lnTo>
                  <a:pt x="764806" y="1176172"/>
                </a:lnTo>
                <a:lnTo>
                  <a:pt x="811415" y="1186522"/>
                </a:lnTo>
                <a:lnTo>
                  <a:pt x="860298" y="1190078"/>
                </a:lnTo>
                <a:lnTo>
                  <a:pt x="909180" y="1186522"/>
                </a:lnTo>
                <a:lnTo>
                  <a:pt x="955789" y="1176172"/>
                </a:lnTo>
                <a:lnTo>
                  <a:pt x="999617" y="1159535"/>
                </a:lnTo>
                <a:lnTo>
                  <a:pt x="1040168" y="1137119"/>
                </a:lnTo>
                <a:lnTo>
                  <a:pt x="1076934" y="1109421"/>
                </a:lnTo>
                <a:lnTo>
                  <a:pt x="1109421" y="1076934"/>
                </a:lnTo>
                <a:lnTo>
                  <a:pt x="1137119" y="1040168"/>
                </a:lnTo>
                <a:lnTo>
                  <a:pt x="1159535" y="999617"/>
                </a:lnTo>
                <a:lnTo>
                  <a:pt x="1176172" y="955789"/>
                </a:lnTo>
                <a:lnTo>
                  <a:pt x="1186522" y="909180"/>
                </a:lnTo>
                <a:lnTo>
                  <a:pt x="1190078" y="860298"/>
                </a:lnTo>
                <a:close/>
              </a:path>
              <a:path extrusionOk="0" h="1720850" w="1720850">
                <a:moveTo>
                  <a:pt x="1455343" y="860298"/>
                </a:moveTo>
                <a:lnTo>
                  <a:pt x="1452968" y="807212"/>
                </a:lnTo>
                <a:lnTo>
                  <a:pt x="1446022" y="755561"/>
                </a:lnTo>
                <a:lnTo>
                  <a:pt x="1434744" y="705485"/>
                </a:lnTo>
                <a:lnTo>
                  <a:pt x="1419390" y="657098"/>
                </a:lnTo>
                <a:lnTo>
                  <a:pt x="1400213" y="610527"/>
                </a:lnTo>
                <a:lnTo>
                  <a:pt x="1377454" y="565899"/>
                </a:lnTo>
                <a:lnTo>
                  <a:pt x="1351381" y="523341"/>
                </a:lnTo>
                <a:lnTo>
                  <a:pt x="1254607" y="620128"/>
                </a:lnTo>
                <a:lnTo>
                  <a:pt x="1278204" y="664375"/>
                </a:lnTo>
                <a:lnTo>
                  <a:pt x="1297152" y="710869"/>
                </a:lnTo>
                <a:lnTo>
                  <a:pt x="1311122" y="759244"/>
                </a:lnTo>
                <a:lnTo>
                  <a:pt x="1319758" y="809167"/>
                </a:lnTo>
                <a:lnTo>
                  <a:pt x="1322705" y="860298"/>
                </a:lnTo>
                <a:lnTo>
                  <a:pt x="1320317" y="907427"/>
                </a:lnTo>
                <a:lnTo>
                  <a:pt x="1313281" y="953236"/>
                </a:lnTo>
                <a:lnTo>
                  <a:pt x="1301838" y="997483"/>
                </a:lnTo>
                <a:lnTo>
                  <a:pt x="1286243" y="1039914"/>
                </a:lnTo>
                <a:lnTo>
                  <a:pt x="1266723" y="1080325"/>
                </a:lnTo>
                <a:lnTo>
                  <a:pt x="1243507" y="1118450"/>
                </a:lnTo>
                <a:lnTo>
                  <a:pt x="1216837" y="1154074"/>
                </a:lnTo>
                <a:lnTo>
                  <a:pt x="1186942" y="1186942"/>
                </a:lnTo>
                <a:lnTo>
                  <a:pt x="1154074" y="1216837"/>
                </a:lnTo>
                <a:lnTo>
                  <a:pt x="1118450" y="1243507"/>
                </a:lnTo>
                <a:lnTo>
                  <a:pt x="1080325" y="1266723"/>
                </a:lnTo>
                <a:lnTo>
                  <a:pt x="1039914" y="1286243"/>
                </a:lnTo>
                <a:lnTo>
                  <a:pt x="997483" y="1301851"/>
                </a:lnTo>
                <a:lnTo>
                  <a:pt x="953236" y="1313281"/>
                </a:lnTo>
                <a:lnTo>
                  <a:pt x="907427" y="1320317"/>
                </a:lnTo>
                <a:lnTo>
                  <a:pt x="860298" y="1322705"/>
                </a:lnTo>
                <a:lnTo>
                  <a:pt x="813168" y="1320317"/>
                </a:lnTo>
                <a:lnTo>
                  <a:pt x="767359" y="1313281"/>
                </a:lnTo>
                <a:lnTo>
                  <a:pt x="723112" y="1301851"/>
                </a:lnTo>
                <a:lnTo>
                  <a:pt x="680681" y="1286243"/>
                </a:lnTo>
                <a:lnTo>
                  <a:pt x="640270" y="1266723"/>
                </a:lnTo>
                <a:lnTo>
                  <a:pt x="602145" y="1243507"/>
                </a:lnTo>
                <a:lnTo>
                  <a:pt x="566521" y="1216837"/>
                </a:lnTo>
                <a:lnTo>
                  <a:pt x="533654" y="1186942"/>
                </a:lnTo>
                <a:lnTo>
                  <a:pt x="503758" y="1154074"/>
                </a:lnTo>
                <a:lnTo>
                  <a:pt x="477088" y="1118450"/>
                </a:lnTo>
                <a:lnTo>
                  <a:pt x="453872" y="1080325"/>
                </a:lnTo>
                <a:lnTo>
                  <a:pt x="434352" y="1039914"/>
                </a:lnTo>
                <a:lnTo>
                  <a:pt x="418744" y="997483"/>
                </a:lnTo>
                <a:lnTo>
                  <a:pt x="407314" y="953236"/>
                </a:lnTo>
                <a:lnTo>
                  <a:pt x="400278" y="907427"/>
                </a:lnTo>
                <a:lnTo>
                  <a:pt x="397891" y="860298"/>
                </a:lnTo>
                <a:lnTo>
                  <a:pt x="400278" y="813168"/>
                </a:lnTo>
                <a:lnTo>
                  <a:pt x="407314" y="767359"/>
                </a:lnTo>
                <a:lnTo>
                  <a:pt x="418744" y="723112"/>
                </a:lnTo>
                <a:lnTo>
                  <a:pt x="434352" y="680681"/>
                </a:lnTo>
                <a:lnTo>
                  <a:pt x="453872" y="640270"/>
                </a:lnTo>
                <a:lnTo>
                  <a:pt x="477088" y="602145"/>
                </a:lnTo>
                <a:lnTo>
                  <a:pt x="503758" y="566521"/>
                </a:lnTo>
                <a:lnTo>
                  <a:pt x="533654" y="533654"/>
                </a:lnTo>
                <a:lnTo>
                  <a:pt x="566521" y="503758"/>
                </a:lnTo>
                <a:lnTo>
                  <a:pt x="602145" y="477088"/>
                </a:lnTo>
                <a:lnTo>
                  <a:pt x="640270" y="453872"/>
                </a:lnTo>
                <a:lnTo>
                  <a:pt x="680681" y="434352"/>
                </a:lnTo>
                <a:lnTo>
                  <a:pt x="723112" y="418757"/>
                </a:lnTo>
                <a:lnTo>
                  <a:pt x="767359" y="407314"/>
                </a:lnTo>
                <a:lnTo>
                  <a:pt x="813168" y="400278"/>
                </a:lnTo>
                <a:lnTo>
                  <a:pt x="860298" y="397891"/>
                </a:lnTo>
                <a:lnTo>
                  <a:pt x="913142" y="400837"/>
                </a:lnTo>
                <a:lnTo>
                  <a:pt x="963930" y="409473"/>
                </a:lnTo>
                <a:lnTo>
                  <a:pt x="1012317" y="423443"/>
                </a:lnTo>
                <a:lnTo>
                  <a:pt x="1057935" y="442391"/>
                </a:lnTo>
                <a:lnTo>
                  <a:pt x="1100467" y="465988"/>
                </a:lnTo>
                <a:lnTo>
                  <a:pt x="1197254" y="369214"/>
                </a:lnTo>
                <a:lnTo>
                  <a:pt x="1154696" y="342011"/>
                </a:lnTo>
                <a:lnTo>
                  <a:pt x="1110068" y="318820"/>
                </a:lnTo>
                <a:lnTo>
                  <a:pt x="1063498" y="299707"/>
                </a:lnTo>
                <a:lnTo>
                  <a:pt x="1015111" y="284721"/>
                </a:lnTo>
                <a:lnTo>
                  <a:pt x="965034" y="273951"/>
                </a:lnTo>
                <a:lnTo>
                  <a:pt x="913384" y="267436"/>
                </a:lnTo>
                <a:lnTo>
                  <a:pt x="860298" y="265252"/>
                </a:lnTo>
                <a:lnTo>
                  <a:pt x="811339" y="267220"/>
                </a:lnTo>
                <a:lnTo>
                  <a:pt x="763498" y="273011"/>
                </a:lnTo>
                <a:lnTo>
                  <a:pt x="716927" y="282486"/>
                </a:lnTo>
                <a:lnTo>
                  <a:pt x="671779" y="295478"/>
                </a:lnTo>
                <a:lnTo>
                  <a:pt x="628192" y="311861"/>
                </a:lnTo>
                <a:lnTo>
                  <a:pt x="586333" y="331457"/>
                </a:lnTo>
                <a:lnTo>
                  <a:pt x="546341" y="354126"/>
                </a:lnTo>
                <a:lnTo>
                  <a:pt x="508381" y="379730"/>
                </a:lnTo>
                <a:lnTo>
                  <a:pt x="472579" y="408114"/>
                </a:lnTo>
                <a:lnTo>
                  <a:pt x="439102" y="439115"/>
                </a:lnTo>
                <a:lnTo>
                  <a:pt x="408114" y="472579"/>
                </a:lnTo>
                <a:lnTo>
                  <a:pt x="379730" y="508381"/>
                </a:lnTo>
                <a:lnTo>
                  <a:pt x="354126" y="546341"/>
                </a:lnTo>
                <a:lnTo>
                  <a:pt x="331457" y="586333"/>
                </a:lnTo>
                <a:lnTo>
                  <a:pt x="311861" y="628192"/>
                </a:lnTo>
                <a:lnTo>
                  <a:pt x="295478" y="671779"/>
                </a:lnTo>
                <a:lnTo>
                  <a:pt x="282486" y="716927"/>
                </a:lnTo>
                <a:lnTo>
                  <a:pt x="273011" y="763498"/>
                </a:lnTo>
                <a:lnTo>
                  <a:pt x="267220" y="811339"/>
                </a:lnTo>
                <a:lnTo>
                  <a:pt x="265252" y="860298"/>
                </a:lnTo>
                <a:lnTo>
                  <a:pt x="267220" y="909256"/>
                </a:lnTo>
                <a:lnTo>
                  <a:pt x="273011" y="957097"/>
                </a:lnTo>
                <a:lnTo>
                  <a:pt x="282486" y="1003668"/>
                </a:lnTo>
                <a:lnTo>
                  <a:pt x="295478" y="1048816"/>
                </a:lnTo>
                <a:lnTo>
                  <a:pt x="311861" y="1092403"/>
                </a:lnTo>
                <a:lnTo>
                  <a:pt x="331457" y="1134262"/>
                </a:lnTo>
                <a:lnTo>
                  <a:pt x="354126" y="1174254"/>
                </a:lnTo>
                <a:lnTo>
                  <a:pt x="379730" y="1212215"/>
                </a:lnTo>
                <a:lnTo>
                  <a:pt x="408114" y="1248016"/>
                </a:lnTo>
                <a:lnTo>
                  <a:pt x="439102" y="1281493"/>
                </a:lnTo>
                <a:lnTo>
                  <a:pt x="472579" y="1312481"/>
                </a:lnTo>
                <a:lnTo>
                  <a:pt x="508381" y="1340866"/>
                </a:lnTo>
                <a:lnTo>
                  <a:pt x="546341" y="1366469"/>
                </a:lnTo>
                <a:lnTo>
                  <a:pt x="586333" y="1389138"/>
                </a:lnTo>
                <a:lnTo>
                  <a:pt x="628192" y="1408734"/>
                </a:lnTo>
                <a:lnTo>
                  <a:pt x="671779" y="1425117"/>
                </a:lnTo>
                <a:lnTo>
                  <a:pt x="716927" y="1438109"/>
                </a:lnTo>
                <a:lnTo>
                  <a:pt x="763498" y="1447584"/>
                </a:lnTo>
                <a:lnTo>
                  <a:pt x="811339" y="1453375"/>
                </a:lnTo>
                <a:lnTo>
                  <a:pt x="860298" y="1455343"/>
                </a:lnTo>
                <a:lnTo>
                  <a:pt x="909256" y="1453375"/>
                </a:lnTo>
                <a:lnTo>
                  <a:pt x="957097" y="1447584"/>
                </a:lnTo>
                <a:lnTo>
                  <a:pt x="1003668" y="1438109"/>
                </a:lnTo>
                <a:lnTo>
                  <a:pt x="1048816" y="1425117"/>
                </a:lnTo>
                <a:lnTo>
                  <a:pt x="1092403" y="1408734"/>
                </a:lnTo>
                <a:lnTo>
                  <a:pt x="1134262" y="1389138"/>
                </a:lnTo>
                <a:lnTo>
                  <a:pt x="1174254" y="1366469"/>
                </a:lnTo>
                <a:lnTo>
                  <a:pt x="1212215" y="1340866"/>
                </a:lnTo>
                <a:lnTo>
                  <a:pt x="1248016" y="1312481"/>
                </a:lnTo>
                <a:lnTo>
                  <a:pt x="1281480" y="1281493"/>
                </a:lnTo>
                <a:lnTo>
                  <a:pt x="1312481" y="1248016"/>
                </a:lnTo>
                <a:lnTo>
                  <a:pt x="1340866" y="1212215"/>
                </a:lnTo>
                <a:lnTo>
                  <a:pt x="1366456" y="1174254"/>
                </a:lnTo>
                <a:lnTo>
                  <a:pt x="1389138" y="1134262"/>
                </a:lnTo>
                <a:lnTo>
                  <a:pt x="1408734" y="1092403"/>
                </a:lnTo>
                <a:lnTo>
                  <a:pt x="1425117" y="1048816"/>
                </a:lnTo>
                <a:lnTo>
                  <a:pt x="1438109" y="1003668"/>
                </a:lnTo>
                <a:lnTo>
                  <a:pt x="1447584" y="957097"/>
                </a:lnTo>
                <a:lnTo>
                  <a:pt x="1453375" y="909256"/>
                </a:lnTo>
                <a:lnTo>
                  <a:pt x="1455343" y="860298"/>
                </a:lnTo>
                <a:close/>
              </a:path>
              <a:path extrusionOk="0" h="1720850" w="1720850">
                <a:moveTo>
                  <a:pt x="1720596" y="860298"/>
                </a:moveTo>
                <a:lnTo>
                  <a:pt x="1719021" y="808012"/>
                </a:lnTo>
                <a:lnTo>
                  <a:pt x="1714347" y="756373"/>
                </a:lnTo>
                <a:lnTo>
                  <a:pt x="1706664" y="705497"/>
                </a:lnTo>
                <a:lnTo>
                  <a:pt x="1696046" y="655510"/>
                </a:lnTo>
                <a:lnTo>
                  <a:pt x="1682610" y="606526"/>
                </a:lnTo>
                <a:lnTo>
                  <a:pt x="1666430" y="558660"/>
                </a:lnTo>
                <a:lnTo>
                  <a:pt x="1647596" y="512038"/>
                </a:lnTo>
                <a:lnTo>
                  <a:pt x="1626184" y="466775"/>
                </a:lnTo>
                <a:lnTo>
                  <a:pt x="1602308" y="422973"/>
                </a:lnTo>
                <a:lnTo>
                  <a:pt x="1505521" y="519760"/>
                </a:lnTo>
                <a:lnTo>
                  <a:pt x="1527213" y="563638"/>
                </a:lnTo>
                <a:lnTo>
                  <a:pt x="1546098" y="609219"/>
                </a:lnTo>
                <a:lnTo>
                  <a:pt x="1561960" y="656424"/>
                </a:lnTo>
                <a:lnTo>
                  <a:pt x="1574622" y="705205"/>
                </a:lnTo>
                <a:lnTo>
                  <a:pt x="1583905" y="755472"/>
                </a:lnTo>
                <a:lnTo>
                  <a:pt x="1589608" y="807199"/>
                </a:lnTo>
                <a:lnTo>
                  <a:pt x="1591551" y="860298"/>
                </a:lnTo>
                <a:lnTo>
                  <a:pt x="1590001" y="908100"/>
                </a:lnTo>
                <a:lnTo>
                  <a:pt x="1585417" y="955078"/>
                </a:lnTo>
                <a:lnTo>
                  <a:pt x="1577898" y="1001141"/>
                </a:lnTo>
                <a:lnTo>
                  <a:pt x="1567522" y="1046200"/>
                </a:lnTo>
                <a:lnTo>
                  <a:pt x="1554416" y="1090142"/>
                </a:lnTo>
                <a:lnTo>
                  <a:pt x="1538655" y="1132878"/>
                </a:lnTo>
                <a:lnTo>
                  <a:pt x="1520342" y="1174318"/>
                </a:lnTo>
                <a:lnTo>
                  <a:pt x="1499565" y="1214361"/>
                </a:lnTo>
                <a:lnTo>
                  <a:pt x="1476438" y="1252918"/>
                </a:lnTo>
                <a:lnTo>
                  <a:pt x="1451038" y="1289875"/>
                </a:lnTo>
                <a:lnTo>
                  <a:pt x="1423466" y="1325143"/>
                </a:lnTo>
                <a:lnTo>
                  <a:pt x="1393837" y="1358646"/>
                </a:lnTo>
                <a:lnTo>
                  <a:pt x="1362227" y="1390256"/>
                </a:lnTo>
                <a:lnTo>
                  <a:pt x="1328737" y="1419885"/>
                </a:lnTo>
                <a:lnTo>
                  <a:pt x="1293456" y="1447457"/>
                </a:lnTo>
                <a:lnTo>
                  <a:pt x="1256499" y="1472857"/>
                </a:lnTo>
                <a:lnTo>
                  <a:pt x="1217955" y="1495983"/>
                </a:lnTo>
                <a:lnTo>
                  <a:pt x="1177912" y="1516761"/>
                </a:lnTo>
                <a:lnTo>
                  <a:pt x="1136472" y="1535074"/>
                </a:lnTo>
                <a:lnTo>
                  <a:pt x="1093724" y="1550835"/>
                </a:lnTo>
                <a:lnTo>
                  <a:pt x="1049782" y="1563941"/>
                </a:lnTo>
                <a:lnTo>
                  <a:pt x="1004722" y="1574317"/>
                </a:lnTo>
                <a:lnTo>
                  <a:pt x="958659" y="1581835"/>
                </a:lnTo>
                <a:lnTo>
                  <a:pt x="911682" y="1586420"/>
                </a:lnTo>
                <a:lnTo>
                  <a:pt x="863879" y="1587969"/>
                </a:lnTo>
                <a:lnTo>
                  <a:pt x="815670" y="1586420"/>
                </a:lnTo>
                <a:lnTo>
                  <a:pt x="768311" y="1581835"/>
                </a:lnTo>
                <a:lnTo>
                  <a:pt x="721893" y="1574317"/>
                </a:lnTo>
                <a:lnTo>
                  <a:pt x="676529" y="1563941"/>
                </a:lnTo>
                <a:lnTo>
                  <a:pt x="632294" y="1550835"/>
                </a:lnTo>
                <a:lnTo>
                  <a:pt x="589280" y="1535074"/>
                </a:lnTo>
                <a:lnTo>
                  <a:pt x="547611" y="1516761"/>
                </a:lnTo>
                <a:lnTo>
                  <a:pt x="507352" y="1495983"/>
                </a:lnTo>
                <a:lnTo>
                  <a:pt x="468617" y="1472857"/>
                </a:lnTo>
                <a:lnTo>
                  <a:pt x="431495" y="1447457"/>
                </a:lnTo>
                <a:lnTo>
                  <a:pt x="396074" y="1419885"/>
                </a:lnTo>
                <a:lnTo>
                  <a:pt x="362458" y="1390256"/>
                </a:lnTo>
                <a:lnTo>
                  <a:pt x="330746" y="1358646"/>
                </a:lnTo>
                <a:lnTo>
                  <a:pt x="301015" y="1325143"/>
                </a:lnTo>
                <a:lnTo>
                  <a:pt x="273367" y="1289875"/>
                </a:lnTo>
                <a:lnTo>
                  <a:pt x="247916" y="1252918"/>
                </a:lnTo>
                <a:lnTo>
                  <a:pt x="224726" y="1214361"/>
                </a:lnTo>
                <a:lnTo>
                  <a:pt x="203923" y="1174318"/>
                </a:lnTo>
                <a:lnTo>
                  <a:pt x="185572" y="1132878"/>
                </a:lnTo>
                <a:lnTo>
                  <a:pt x="169786" y="1090142"/>
                </a:lnTo>
                <a:lnTo>
                  <a:pt x="156667" y="1046200"/>
                </a:lnTo>
                <a:lnTo>
                  <a:pt x="146291" y="1001141"/>
                </a:lnTo>
                <a:lnTo>
                  <a:pt x="138760" y="955078"/>
                </a:lnTo>
                <a:lnTo>
                  <a:pt x="134175" y="908100"/>
                </a:lnTo>
                <a:lnTo>
                  <a:pt x="132626" y="860298"/>
                </a:lnTo>
                <a:lnTo>
                  <a:pt x="134175" y="812495"/>
                </a:lnTo>
                <a:lnTo>
                  <a:pt x="138760" y="765517"/>
                </a:lnTo>
                <a:lnTo>
                  <a:pt x="146278" y="719455"/>
                </a:lnTo>
                <a:lnTo>
                  <a:pt x="156654" y="674395"/>
                </a:lnTo>
                <a:lnTo>
                  <a:pt x="169760" y="630453"/>
                </a:lnTo>
                <a:lnTo>
                  <a:pt x="185521" y="587717"/>
                </a:lnTo>
                <a:lnTo>
                  <a:pt x="203835" y="546277"/>
                </a:lnTo>
                <a:lnTo>
                  <a:pt x="224612" y="506234"/>
                </a:lnTo>
                <a:lnTo>
                  <a:pt x="247738" y="467677"/>
                </a:lnTo>
                <a:lnTo>
                  <a:pt x="273138" y="430720"/>
                </a:lnTo>
                <a:lnTo>
                  <a:pt x="300710" y="395452"/>
                </a:lnTo>
                <a:lnTo>
                  <a:pt x="330339" y="361962"/>
                </a:lnTo>
                <a:lnTo>
                  <a:pt x="361950" y="330339"/>
                </a:lnTo>
                <a:lnTo>
                  <a:pt x="395452" y="300710"/>
                </a:lnTo>
                <a:lnTo>
                  <a:pt x="430720" y="273138"/>
                </a:lnTo>
                <a:lnTo>
                  <a:pt x="467677" y="247751"/>
                </a:lnTo>
                <a:lnTo>
                  <a:pt x="506234" y="224612"/>
                </a:lnTo>
                <a:lnTo>
                  <a:pt x="546277" y="203835"/>
                </a:lnTo>
                <a:lnTo>
                  <a:pt x="587717" y="185521"/>
                </a:lnTo>
                <a:lnTo>
                  <a:pt x="630453" y="169760"/>
                </a:lnTo>
                <a:lnTo>
                  <a:pt x="674395" y="156654"/>
                </a:lnTo>
                <a:lnTo>
                  <a:pt x="719455" y="146291"/>
                </a:lnTo>
                <a:lnTo>
                  <a:pt x="765517" y="138760"/>
                </a:lnTo>
                <a:lnTo>
                  <a:pt x="812495" y="134175"/>
                </a:lnTo>
                <a:lnTo>
                  <a:pt x="860298" y="132626"/>
                </a:lnTo>
                <a:lnTo>
                  <a:pt x="912075" y="134378"/>
                </a:lnTo>
                <a:lnTo>
                  <a:pt x="962926" y="139560"/>
                </a:lnTo>
                <a:lnTo>
                  <a:pt x="1012761" y="148145"/>
                </a:lnTo>
                <a:lnTo>
                  <a:pt x="1061529" y="160045"/>
                </a:lnTo>
                <a:lnTo>
                  <a:pt x="1109179" y="175209"/>
                </a:lnTo>
                <a:lnTo>
                  <a:pt x="1155636" y="193573"/>
                </a:lnTo>
                <a:lnTo>
                  <a:pt x="1200835" y="215074"/>
                </a:lnTo>
                <a:lnTo>
                  <a:pt x="1297622" y="118287"/>
                </a:lnTo>
                <a:lnTo>
                  <a:pt x="1253820" y="94411"/>
                </a:lnTo>
                <a:lnTo>
                  <a:pt x="1208557" y="72999"/>
                </a:lnTo>
                <a:lnTo>
                  <a:pt x="1161935" y="54165"/>
                </a:lnTo>
                <a:lnTo>
                  <a:pt x="1114069" y="37985"/>
                </a:lnTo>
                <a:lnTo>
                  <a:pt x="1065085" y="24549"/>
                </a:lnTo>
                <a:lnTo>
                  <a:pt x="1015098" y="13931"/>
                </a:lnTo>
                <a:lnTo>
                  <a:pt x="964222" y="6248"/>
                </a:lnTo>
                <a:lnTo>
                  <a:pt x="912583" y="1574"/>
                </a:lnTo>
                <a:lnTo>
                  <a:pt x="860298" y="0"/>
                </a:lnTo>
                <a:lnTo>
                  <a:pt x="811669" y="1371"/>
                </a:lnTo>
                <a:lnTo>
                  <a:pt x="763727" y="5422"/>
                </a:lnTo>
                <a:lnTo>
                  <a:pt x="716546" y="12090"/>
                </a:lnTo>
                <a:lnTo>
                  <a:pt x="670204" y="21297"/>
                </a:lnTo>
                <a:lnTo>
                  <a:pt x="624776" y="32981"/>
                </a:lnTo>
                <a:lnTo>
                  <a:pt x="580326" y="47040"/>
                </a:lnTo>
                <a:lnTo>
                  <a:pt x="536930" y="63436"/>
                </a:lnTo>
                <a:lnTo>
                  <a:pt x="494677" y="82054"/>
                </a:lnTo>
                <a:lnTo>
                  <a:pt x="453618" y="102857"/>
                </a:lnTo>
                <a:lnTo>
                  <a:pt x="413854" y="125755"/>
                </a:lnTo>
                <a:lnTo>
                  <a:pt x="375437" y="150660"/>
                </a:lnTo>
                <a:lnTo>
                  <a:pt x="338442" y="177520"/>
                </a:lnTo>
                <a:lnTo>
                  <a:pt x="302958" y="206260"/>
                </a:lnTo>
                <a:lnTo>
                  <a:pt x="269049" y="236791"/>
                </a:lnTo>
                <a:lnTo>
                  <a:pt x="236791" y="269049"/>
                </a:lnTo>
                <a:lnTo>
                  <a:pt x="206260" y="302958"/>
                </a:lnTo>
                <a:lnTo>
                  <a:pt x="177520" y="338442"/>
                </a:lnTo>
                <a:lnTo>
                  <a:pt x="150660" y="375437"/>
                </a:lnTo>
                <a:lnTo>
                  <a:pt x="125742" y="413854"/>
                </a:lnTo>
                <a:lnTo>
                  <a:pt x="102857" y="453618"/>
                </a:lnTo>
                <a:lnTo>
                  <a:pt x="82054" y="494677"/>
                </a:lnTo>
                <a:lnTo>
                  <a:pt x="63423" y="536930"/>
                </a:lnTo>
                <a:lnTo>
                  <a:pt x="47040" y="580326"/>
                </a:lnTo>
                <a:lnTo>
                  <a:pt x="32981" y="624776"/>
                </a:lnTo>
                <a:lnTo>
                  <a:pt x="21297" y="670204"/>
                </a:lnTo>
                <a:lnTo>
                  <a:pt x="12090" y="716546"/>
                </a:lnTo>
                <a:lnTo>
                  <a:pt x="5422" y="763727"/>
                </a:lnTo>
                <a:lnTo>
                  <a:pt x="1358" y="811669"/>
                </a:lnTo>
                <a:lnTo>
                  <a:pt x="0" y="860298"/>
                </a:lnTo>
                <a:lnTo>
                  <a:pt x="1358" y="908926"/>
                </a:lnTo>
                <a:lnTo>
                  <a:pt x="5422" y="956868"/>
                </a:lnTo>
                <a:lnTo>
                  <a:pt x="12090" y="1004049"/>
                </a:lnTo>
                <a:lnTo>
                  <a:pt x="21297" y="1050391"/>
                </a:lnTo>
                <a:lnTo>
                  <a:pt x="32981" y="1095819"/>
                </a:lnTo>
                <a:lnTo>
                  <a:pt x="47040" y="1140269"/>
                </a:lnTo>
                <a:lnTo>
                  <a:pt x="63423" y="1183665"/>
                </a:lnTo>
                <a:lnTo>
                  <a:pt x="82054" y="1225918"/>
                </a:lnTo>
                <a:lnTo>
                  <a:pt x="102857" y="1266977"/>
                </a:lnTo>
                <a:lnTo>
                  <a:pt x="125742" y="1306741"/>
                </a:lnTo>
                <a:lnTo>
                  <a:pt x="150660" y="1345158"/>
                </a:lnTo>
                <a:lnTo>
                  <a:pt x="177520" y="1382153"/>
                </a:lnTo>
                <a:lnTo>
                  <a:pt x="206260" y="1417637"/>
                </a:lnTo>
                <a:lnTo>
                  <a:pt x="236791" y="1451546"/>
                </a:lnTo>
                <a:lnTo>
                  <a:pt x="269049" y="1483804"/>
                </a:lnTo>
                <a:lnTo>
                  <a:pt x="302958" y="1514335"/>
                </a:lnTo>
                <a:lnTo>
                  <a:pt x="338442" y="1543075"/>
                </a:lnTo>
                <a:lnTo>
                  <a:pt x="375437" y="1569935"/>
                </a:lnTo>
                <a:lnTo>
                  <a:pt x="413854" y="1594853"/>
                </a:lnTo>
                <a:lnTo>
                  <a:pt x="453618" y="1617738"/>
                </a:lnTo>
                <a:lnTo>
                  <a:pt x="494677" y="1638541"/>
                </a:lnTo>
                <a:lnTo>
                  <a:pt x="536930" y="1657172"/>
                </a:lnTo>
                <a:lnTo>
                  <a:pt x="580326" y="1673555"/>
                </a:lnTo>
                <a:lnTo>
                  <a:pt x="624776" y="1687614"/>
                </a:lnTo>
                <a:lnTo>
                  <a:pt x="670204" y="1699298"/>
                </a:lnTo>
                <a:lnTo>
                  <a:pt x="716546" y="1708505"/>
                </a:lnTo>
                <a:lnTo>
                  <a:pt x="763727" y="1715173"/>
                </a:lnTo>
                <a:lnTo>
                  <a:pt x="811669" y="1719224"/>
                </a:lnTo>
                <a:lnTo>
                  <a:pt x="860298" y="1720596"/>
                </a:lnTo>
                <a:lnTo>
                  <a:pt x="908926" y="1719224"/>
                </a:lnTo>
                <a:lnTo>
                  <a:pt x="956868" y="1715173"/>
                </a:lnTo>
                <a:lnTo>
                  <a:pt x="1004049" y="1708505"/>
                </a:lnTo>
                <a:lnTo>
                  <a:pt x="1050391" y="1699298"/>
                </a:lnTo>
                <a:lnTo>
                  <a:pt x="1095819" y="1687614"/>
                </a:lnTo>
                <a:lnTo>
                  <a:pt x="1140269" y="1673555"/>
                </a:lnTo>
                <a:lnTo>
                  <a:pt x="1183665" y="1657172"/>
                </a:lnTo>
                <a:lnTo>
                  <a:pt x="1225918" y="1638541"/>
                </a:lnTo>
                <a:lnTo>
                  <a:pt x="1266977" y="1617738"/>
                </a:lnTo>
                <a:lnTo>
                  <a:pt x="1306741" y="1594853"/>
                </a:lnTo>
                <a:lnTo>
                  <a:pt x="1345158" y="1569935"/>
                </a:lnTo>
                <a:lnTo>
                  <a:pt x="1382153" y="1543075"/>
                </a:lnTo>
                <a:lnTo>
                  <a:pt x="1417637" y="1514335"/>
                </a:lnTo>
                <a:lnTo>
                  <a:pt x="1451546" y="1483804"/>
                </a:lnTo>
                <a:lnTo>
                  <a:pt x="1483804" y="1451546"/>
                </a:lnTo>
                <a:lnTo>
                  <a:pt x="1514335" y="1417637"/>
                </a:lnTo>
                <a:lnTo>
                  <a:pt x="1543075" y="1382153"/>
                </a:lnTo>
                <a:lnTo>
                  <a:pt x="1569935" y="1345158"/>
                </a:lnTo>
                <a:lnTo>
                  <a:pt x="1594840" y="1306741"/>
                </a:lnTo>
                <a:lnTo>
                  <a:pt x="1617738" y="1266977"/>
                </a:lnTo>
                <a:lnTo>
                  <a:pt x="1638541" y="1225918"/>
                </a:lnTo>
                <a:lnTo>
                  <a:pt x="1657159" y="1183665"/>
                </a:lnTo>
                <a:lnTo>
                  <a:pt x="1673555" y="1140269"/>
                </a:lnTo>
                <a:lnTo>
                  <a:pt x="1687614" y="1095819"/>
                </a:lnTo>
                <a:lnTo>
                  <a:pt x="1699298" y="1050391"/>
                </a:lnTo>
                <a:lnTo>
                  <a:pt x="1708505" y="1004049"/>
                </a:lnTo>
                <a:lnTo>
                  <a:pt x="1715173" y="956868"/>
                </a:lnTo>
                <a:lnTo>
                  <a:pt x="1719224" y="908926"/>
                </a:lnTo>
                <a:lnTo>
                  <a:pt x="1720596" y="860298"/>
                </a:lnTo>
                <a:close/>
              </a:path>
              <a:path extrusionOk="0" h="1720850" w="1720850">
                <a:moveTo>
                  <a:pt x="1720596" y="204317"/>
                </a:moveTo>
                <a:lnTo>
                  <a:pt x="1541373" y="179222"/>
                </a:lnTo>
                <a:lnTo>
                  <a:pt x="1516278" y="0"/>
                </a:lnTo>
                <a:lnTo>
                  <a:pt x="1268945" y="247332"/>
                </a:lnTo>
                <a:lnTo>
                  <a:pt x="1290447" y="376377"/>
                </a:lnTo>
                <a:lnTo>
                  <a:pt x="849541" y="817283"/>
                </a:lnTo>
                <a:lnTo>
                  <a:pt x="841476" y="829716"/>
                </a:lnTo>
                <a:lnTo>
                  <a:pt x="838784" y="844169"/>
                </a:lnTo>
                <a:lnTo>
                  <a:pt x="841476" y="858621"/>
                </a:lnTo>
                <a:lnTo>
                  <a:pt x="849541" y="871054"/>
                </a:lnTo>
                <a:lnTo>
                  <a:pt x="861974" y="879119"/>
                </a:lnTo>
                <a:lnTo>
                  <a:pt x="876427" y="881811"/>
                </a:lnTo>
                <a:lnTo>
                  <a:pt x="890879" y="879119"/>
                </a:lnTo>
                <a:lnTo>
                  <a:pt x="903312" y="871054"/>
                </a:lnTo>
                <a:lnTo>
                  <a:pt x="1344218" y="430149"/>
                </a:lnTo>
                <a:lnTo>
                  <a:pt x="1476844" y="448068"/>
                </a:lnTo>
                <a:lnTo>
                  <a:pt x="1720596" y="204317"/>
                </a:lnTo>
                <a:close/>
              </a:path>
            </a:pathLst>
          </a:custGeom>
          <a:solidFill>
            <a:srgbClr val="3470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0625">
            <a:spAutoFit/>
          </a:bodyPr>
          <a:lstStyle/>
          <a:p>
            <a:pPr indent="0" lvl="0" marL="5897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5100"/>
              <a:buFont typeface="Verdana"/>
              <a:buNone/>
            </a:pPr>
            <a:r>
              <a:rPr b="0" lang="en-US" sz="5100" u="none" strike="noStrike">
                <a:solidFill>
                  <a:srgbClr val="34709E"/>
                </a:solidFill>
                <a:latin typeface="Verdana"/>
                <a:ea typeface="Verdana"/>
                <a:cs typeface="Verdana"/>
                <a:sym typeface="Verdana"/>
              </a:rPr>
              <a:t>PROJECT OBJECTIVES</a:t>
            </a:r>
            <a:endParaRPr b="0" sz="5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897880" rtl="0" algn="l">
              <a:lnSpc>
                <a:spcPct val="100000"/>
              </a:lnSpc>
              <a:spcBef>
                <a:spcPts val="519"/>
              </a:spcBef>
              <a:spcAft>
                <a:spcPts val="0"/>
              </a:spcAft>
              <a:buClr>
                <a:srgbClr val="535353"/>
              </a:buClr>
              <a:buSzPts val="2650"/>
              <a:buFont typeface="Verdana"/>
              <a:buNone/>
            </a:pPr>
            <a:r>
              <a:rPr b="0" lang="en-US" sz="265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Desired Result</a:t>
            </a:r>
            <a:endParaRPr b="0" sz="265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2"/>
          <p:cNvGrpSpPr/>
          <p:nvPr/>
        </p:nvGrpSpPr>
        <p:grpSpPr>
          <a:xfrm>
            <a:off x="1843200" y="4311720"/>
            <a:ext cx="437760" cy="437760"/>
            <a:chOff x="1843200" y="4311720"/>
            <a:chExt cx="437760" cy="437760"/>
          </a:xfrm>
        </p:grpSpPr>
        <p:sp>
          <p:nvSpPr>
            <p:cNvPr id="123" name="Google Shape;123;p12"/>
            <p:cNvSpPr/>
            <p:nvPr/>
          </p:nvSpPr>
          <p:spPr>
            <a:xfrm>
              <a:off x="1843200" y="431172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50840" y="445536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2"/>
          <p:cNvGrpSpPr/>
          <p:nvPr/>
        </p:nvGrpSpPr>
        <p:grpSpPr>
          <a:xfrm>
            <a:off x="1843200" y="5818680"/>
            <a:ext cx="437760" cy="437760"/>
            <a:chOff x="1843200" y="5818680"/>
            <a:chExt cx="437760" cy="437760"/>
          </a:xfrm>
        </p:grpSpPr>
        <p:sp>
          <p:nvSpPr>
            <p:cNvPr id="126" name="Google Shape;126;p12"/>
            <p:cNvSpPr/>
            <p:nvPr/>
          </p:nvSpPr>
          <p:spPr>
            <a:xfrm>
              <a:off x="1843200" y="581868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" name="Google Shape;12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50840" y="596196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12"/>
          <p:cNvGrpSpPr/>
          <p:nvPr/>
        </p:nvGrpSpPr>
        <p:grpSpPr>
          <a:xfrm>
            <a:off x="1843200" y="7325280"/>
            <a:ext cx="437760" cy="437760"/>
            <a:chOff x="1843200" y="7325280"/>
            <a:chExt cx="437760" cy="437760"/>
          </a:xfrm>
        </p:grpSpPr>
        <p:sp>
          <p:nvSpPr>
            <p:cNvPr id="129" name="Google Shape;129;p12"/>
            <p:cNvSpPr/>
            <p:nvPr/>
          </p:nvSpPr>
          <p:spPr>
            <a:xfrm>
              <a:off x="1843200" y="732528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0" name="Google Shape;13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50840" y="746892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2"/>
          <p:cNvSpPr/>
          <p:nvPr/>
        </p:nvSpPr>
        <p:spPr>
          <a:xfrm>
            <a:off x="2703250" y="4211654"/>
            <a:ext cx="13754400" cy="48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Develop a functional quiz system using Python and basic programming concepts. 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6000"/>
              </a:lnSpc>
              <a:spcBef>
                <a:spcPts val="96"/>
              </a:spcBef>
              <a:spcAft>
                <a:spcPts val="0"/>
              </a:spcAft>
              <a:buNone/>
            </a:pPr>
            <a:r>
              <a:t/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/>
              <a:t>Create an interactive learning experience by allowing users to type their own answers.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Apply programming concepts in practice, such as variables, lists, dictionaries, functions, loops, and data storage.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2200">
            <a:spAutoFit/>
          </a:bodyPr>
          <a:lstStyle/>
          <a:p>
            <a:pPr indent="0" lvl="0" marL="1915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5200"/>
              <a:buFont typeface="Verdana"/>
              <a:buNone/>
            </a:pPr>
            <a:r>
              <a:rPr b="0" lang="en-US" sz="5200" u="none" strike="noStrike">
                <a:solidFill>
                  <a:srgbClr val="34709E"/>
                </a:solidFill>
                <a:latin typeface="Verdana"/>
                <a:ea typeface="Verdana"/>
                <a:cs typeface="Verdana"/>
                <a:sym typeface="Verdana"/>
              </a:rPr>
              <a:t>METHODOLOGY</a:t>
            </a:r>
            <a:endParaRPr b="0" sz="5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915200" rtl="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Verdana"/>
              <a:buNone/>
            </a:pPr>
            <a:r>
              <a:rPr b="0" lang="en-US" sz="300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THE STEPS TO BUILDING THE PRODUCT</a:t>
            </a:r>
            <a:endParaRPr b="0" sz="3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927075" y="3952450"/>
            <a:ext cx="28836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B6DA7"/>
                </a:solidFill>
                <a:latin typeface="Tahoma"/>
                <a:ea typeface="Tahoma"/>
                <a:cs typeface="Tahoma"/>
                <a:sym typeface="Tahoma"/>
              </a:rPr>
              <a:t>Planning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7000"/>
              </a:lnSpc>
              <a:spcBef>
                <a:spcPts val="1613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56565"/>
                </a:solidFill>
                <a:latin typeface="Verdana"/>
                <a:ea typeface="Verdana"/>
                <a:cs typeface="Verdana"/>
                <a:sym typeface="Verdana"/>
              </a:rPr>
              <a:t>Definition of questions and quiz structure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8532000" y="3952440"/>
            <a:ext cx="3300480" cy="199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B6DA7"/>
                </a:solidFill>
                <a:latin typeface="Tahoma"/>
                <a:ea typeface="Tahoma"/>
                <a:cs typeface="Tahoma"/>
                <a:sym typeface="Tahoma"/>
              </a:rPr>
              <a:t>Programming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7000"/>
              </a:lnSpc>
              <a:spcBef>
                <a:spcPts val="1613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56565"/>
                </a:solidFill>
                <a:latin typeface="Verdana"/>
                <a:ea typeface="Verdana"/>
                <a:cs typeface="Verdana"/>
                <a:sym typeface="Verdana"/>
              </a:rPr>
              <a:t>Development of the quiz using Python and JSON.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5137275" y="3952440"/>
            <a:ext cx="15249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B6DA7"/>
                </a:solidFill>
                <a:latin typeface="Tahoma"/>
                <a:ea typeface="Tahoma"/>
                <a:cs typeface="Tahoma"/>
                <a:sym typeface="Tahoma"/>
              </a:rPr>
              <a:t>Final </a:t>
            </a:r>
            <a:r>
              <a:rPr b="1" lang="en-US" sz="2300">
                <a:solidFill>
                  <a:srgbClr val="3B6DA7"/>
                </a:solidFill>
                <a:latin typeface="Tahoma"/>
                <a:ea typeface="Tahoma"/>
                <a:cs typeface="Tahoma"/>
                <a:sym typeface="Tahoma"/>
              </a:rPr>
              <a:t>Result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4909680" y="6433560"/>
            <a:ext cx="3471120" cy="2186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627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B6DA7"/>
                </a:solidFill>
                <a:latin typeface="Tahoma"/>
                <a:ea typeface="Tahoma"/>
                <a:cs typeface="Tahoma"/>
                <a:sym typeface="Tahoma"/>
              </a:rPr>
              <a:t>Registration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7000"/>
              </a:lnSpc>
              <a:spcBef>
                <a:spcPts val="1613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56565"/>
                </a:solidFill>
                <a:latin typeface="Verdana"/>
                <a:ea typeface="Verdana"/>
                <a:cs typeface="Verdana"/>
                <a:sym typeface="Verdana"/>
              </a:rPr>
              <a:t>Creation of the user registration system.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11518920" y="6970680"/>
            <a:ext cx="3598200" cy="1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B6DA7"/>
                </a:solidFill>
                <a:latin typeface="Tahoma"/>
                <a:ea typeface="Tahoma"/>
                <a:cs typeface="Tahoma"/>
                <a:sym typeface="Tahoma"/>
              </a:rPr>
              <a:t>Verification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7000"/>
              </a:lnSpc>
              <a:spcBef>
                <a:spcPts val="1613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56565"/>
                </a:solidFill>
                <a:latin typeface="Verdana"/>
                <a:ea typeface="Verdana"/>
                <a:cs typeface="Verdana"/>
                <a:sym typeface="Verdana"/>
              </a:rPr>
              <a:t>Checking answers and counting correct responses.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7875">
            <a:spAutoFit/>
          </a:bodyPr>
          <a:lstStyle/>
          <a:p>
            <a:pPr indent="0" lvl="0" marL="1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3500"/>
              <a:buFont typeface="Arial Black"/>
              <a:buNone/>
            </a:pPr>
            <a:r>
              <a:rPr b="0" lang="en-US" sz="3500" u="none" strike="noStrike">
                <a:solidFill>
                  <a:srgbClr val="34709E"/>
                </a:solidFill>
                <a:latin typeface="Arial Black"/>
                <a:ea typeface="Arial Black"/>
                <a:cs typeface="Arial Black"/>
                <a:sym typeface="Arial Black"/>
              </a:rPr>
              <a:t>TARGET AUDIENCE</a:t>
            </a:r>
            <a:endParaRPr b="0" sz="35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600" rtl="0" algn="l">
              <a:lnSpc>
                <a:spcPct val="100000"/>
              </a:lnSpc>
              <a:spcBef>
                <a:spcPts val="981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Verdana"/>
              <a:buNone/>
            </a:pPr>
            <a:r>
              <a:rPr b="0" lang="en-US" sz="500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WHO WE DESIGNED FOR</a:t>
            </a:r>
            <a:endParaRPr b="0" sz="5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14"/>
          <p:cNvGrpSpPr/>
          <p:nvPr/>
        </p:nvGrpSpPr>
        <p:grpSpPr>
          <a:xfrm>
            <a:off x="6232320" y="3809520"/>
            <a:ext cx="437760" cy="437760"/>
            <a:chOff x="6232320" y="3809520"/>
            <a:chExt cx="437760" cy="437760"/>
          </a:xfrm>
        </p:grpSpPr>
        <p:sp>
          <p:nvSpPr>
            <p:cNvPr id="148" name="Google Shape;148;p14"/>
            <p:cNvSpPr/>
            <p:nvPr/>
          </p:nvSpPr>
          <p:spPr>
            <a:xfrm>
              <a:off x="6232320" y="380952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" name="Google Shape;14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40320" y="395316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0" name="Google Shape;1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8600" y="4098240"/>
            <a:ext cx="3580560" cy="35809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4"/>
          <p:cNvGrpSpPr/>
          <p:nvPr/>
        </p:nvGrpSpPr>
        <p:grpSpPr>
          <a:xfrm>
            <a:off x="6232320" y="5453640"/>
            <a:ext cx="437760" cy="437760"/>
            <a:chOff x="6232320" y="5453640"/>
            <a:chExt cx="437760" cy="437760"/>
          </a:xfrm>
        </p:grpSpPr>
        <p:sp>
          <p:nvSpPr>
            <p:cNvPr id="152" name="Google Shape;152;p14"/>
            <p:cNvSpPr/>
            <p:nvPr/>
          </p:nvSpPr>
          <p:spPr>
            <a:xfrm>
              <a:off x="6232320" y="545364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" name="Google Shape;153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40320" y="559728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4"/>
          <p:cNvSpPr/>
          <p:nvPr/>
        </p:nvSpPr>
        <p:spPr>
          <a:xfrm>
            <a:off x="6958800" y="3719880"/>
            <a:ext cx="10076400" cy="464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12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0" u="none" cap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Students 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4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t/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4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t/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Teenagers</a:t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162185" y="106330"/>
            <a:ext cx="1155700" cy="1196975"/>
          </a:xfrm>
          <a:custGeom>
            <a:rect b="b" l="l" r="r" t="t"/>
            <a:pathLst>
              <a:path extrusionOk="0" h="1196975" w="1155700">
                <a:moveTo>
                  <a:pt x="289712" y="559041"/>
                </a:moveTo>
                <a:lnTo>
                  <a:pt x="287299" y="555244"/>
                </a:lnTo>
                <a:lnTo>
                  <a:pt x="279628" y="553567"/>
                </a:lnTo>
                <a:lnTo>
                  <a:pt x="275831" y="555980"/>
                </a:lnTo>
                <a:lnTo>
                  <a:pt x="273558" y="566356"/>
                </a:lnTo>
                <a:lnTo>
                  <a:pt x="272529" y="573036"/>
                </a:lnTo>
                <a:lnTo>
                  <a:pt x="271538" y="584250"/>
                </a:lnTo>
                <a:lnTo>
                  <a:pt x="271500" y="585101"/>
                </a:lnTo>
                <a:lnTo>
                  <a:pt x="271322" y="588924"/>
                </a:lnTo>
                <a:lnTo>
                  <a:pt x="271437" y="600621"/>
                </a:lnTo>
                <a:lnTo>
                  <a:pt x="274535" y="603631"/>
                </a:lnTo>
                <a:lnTo>
                  <a:pt x="282536" y="603631"/>
                </a:lnTo>
                <a:lnTo>
                  <a:pt x="285661" y="600392"/>
                </a:lnTo>
                <a:lnTo>
                  <a:pt x="285711" y="588924"/>
                </a:lnTo>
                <a:lnTo>
                  <a:pt x="285800" y="584250"/>
                </a:lnTo>
                <a:lnTo>
                  <a:pt x="286626" y="574890"/>
                </a:lnTo>
                <a:lnTo>
                  <a:pt x="287566" y="568820"/>
                </a:lnTo>
                <a:lnTo>
                  <a:pt x="289712" y="559041"/>
                </a:lnTo>
                <a:close/>
              </a:path>
              <a:path extrusionOk="0" h="1196975" w="1155700">
                <a:moveTo>
                  <a:pt x="320154" y="498995"/>
                </a:moveTo>
                <a:lnTo>
                  <a:pt x="319608" y="494525"/>
                </a:lnTo>
                <a:lnTo>
                  <a:pt x="313423" y="489699"/>
                </a:lnTo>
                <a:lnTo>
                  <a:pt x="308952" y="490258"/>
                </a:lnTo>
                <a:lnTo>
                  <a:pt x="287058" y="524776"/>
                </a:lnTo>
                <a:lnTo>
                  <a:pt x="285356" y="528320"/>
                </a:lnTo>
                <a:lnTo>
                  <a:pt x="286867" y="532561"/>
                </a:lnTo>
                <a:lnTo>
                  <a:pt x="291388" y="534720"/>
                </a:lnTo>
                <a:lnTo>
                  <a:pt x="292442" y="534949"/>
                </a:lnTo>
                <a:lnTo>
                  <a:pt x="296100" y="534949"/>
                </a:lnTo>
                <a:lnTo>
                  <a:pt x="298640" y="533450"/>
                </a:lnTo>
                <a:lnTo>
                  <a:pt x="299872" y="530898"/>
                </a:lnTo>
                <a:lnTo>
                  <a:pt x="303707" y="523392"/>
                </a:lnTo>
                <a:lnTo>
                  <a:pt x="307975" y="516064"/>
                </a:lnTo>
                <a:lnTo>
                  <a:pt x="312661" y="508952"/>
                </a:lnTo>
                <a:lnTo>
                  <a:pt x="317741" y="502081"/>
                </a:lnTo>
                <a:lnTo>
                  <a:pt x="320154" y="498995"/>
                </a:lnTo>
                <a:close/>
              </a:path>
              <a:path extrusionOk="0" h="1196975" w="1155700">
                <a:moveTo>
                  <a:pt x="374294" y="452513"/>
                </a:moveTo>
                <a:lnTo>
                  <a:pt x="370586" y="445592"/>
                </a:lnTo>
                <a:lnTo>
                  <a:pt x="366293" y="444284"/>
                </a:lnTo>
                <a:lnTo>
                  <a:pt x="362826" y="446125"/>
                </a:lnTo>
                <a:lnTo>
                  <a:pt x="329234" y="469315"/>
                </a:lnTo>
                <a:lnTo>
                  <a:pt x="328828" y="473786"/>
                </a:lnTo>
                <a:lnTo>
                  <a:pt x="332752" y="478472"/>
                </a:lnTo>
                <a:lnTo>
                  <a:pt x="334772" y="479348"/>
                </a:lnTo>
                <a:lnTo>
                  <a:pt x="338404" y="479348"/>
                </a:lnTo>
                <a:lnTo>
                  <a:pt x="340029" y="478790"/>
                </a:lnTo>
                <a:lnTo>
                  <a:pt x="341363" y="477685"/>
                </a:lnTo>
                <a:lnTo>
                  <a:pt x="348018" y="472389"/>
                </a:lnTo>
                <a:lnTo>
                  <a:pt x="354939" y="467448"/>
                </a:lnTo>
                <a:lnTo>
                  <a:pt x="362127" y="462864"/>
                </a:lnTo>
                <a:lnTo>
                  <a:pt x="369531" y="458660"/>
                </a:lnTo>
                <a:lnTo>
                  <a:pt x="372986" y="456806"/>
                </a:lnTo>
                <a:lnTo>
                  <a:pt x="374294" y="452513"/>
                </a:lnTo>
                <a:close/>
              </a:path>
              <a:path extrusionOk="0" h="1196975" w="1155700">
                <a:moveTo>
                  <a:pt x="441236" y="435876"/>
                </a:moveTo>
                <a:lnTo>
                  <a:pt x="440613" y="428066"/>
                </a:lnTo>
                <a:lnTo>
                  <a:pt x="437197" y="425145"/>
                </a:lnTo>
                <a:lnTo>
                  <a:pt x="433273" y="425462"/>
                </a:lnTo>
                <a:lnTo>
                  <a:pt x="393242" y="433260"/>
                </a:lnTo>
                <a:lnTo>
                  <a:pt x="391083" y="437210"/>
                </a:lnTo>
                <a:lnTo>
                  <a:pt x="393103" y="444080"/>
                </a:lnTo>
                <a:lnTo>
                  <a:pt x="395820" y="445998"/>
                </a:lnTo>
                <a:lnTo>
                  <a:pt x="400329" y="445998"/>
                </a:lnTo>
                <a:lnTo>
                  <a:pt x="400989" y="445808"/>
                </a:lnTo>
                <a:lnTo>
                  <a:pt x="409194" y="443623"/>
                </a:lnTo>
                <a:lnTo>
                  <a:pt x="417525" y="441871"/>
                </a:lnTo>
                <a:lnTo>
                  <a:pt x="425945" y="440537"/>
                </a:lnTo>
                <a:lnTo>
                  <a:pt x="434416" y="439623"/>
                </a:lnTo>
                <a:lnTo>
                  <a:pt x="438327" y="439318"/>
                </a:lnTo>
                <a:lnTo>
                  <a:pt x="441236" y="435876"/>
                </a:lnTo>
                <a:close/>
              </a:path>
              <a:path extrusionOk="0" h="1196975" w="1155700">
                <a:moveTo>
                  <a:pt x="714971" y="755472"/>
                </a:moveTo>
                <a:lnTo>
                  <a:pt x="693597" y="698080"/>
                </a:lnTo>
                <a:lnTo>
                  <a:pt x="667918" y="668794"/>
                </a:lnTo>
                <a:lnTo>
                  <a:pt x="605307" y="641959"/>
                </a:lnTo>
                <a:lnTo>
                  <a:pt x="563727" y="639660"/>
                </a:lnTo>
                <a:lnTo>
                  <a:pt x="511556" y="641350"/>
                </a:lnTo>
                <a:lnTo>
                  <a:pt x="445973" y="644423"/>
                </a:lnTo>
                <a:lnTo>
                  <a:pt x="364197" y="646315"/>
                </a:lnTo>
                <a:lnTo>
                  <a:pt x="295059" y="645439"/>
                </a:lnTo>
                <a:lnTo>
                  <a:pt x="292493" y="638022"/>
                </a:lnTo>
                <a:lnTo>
                  <a:pt x="290106" y="629666"/>
                </a:lnTo>
                <a:lnTo>
                  <a:pt x="289191" y="626122"/>
                </a:lnTo>
                <a:lnTo>
                  <a:pt x="285318" y="623824"/>
                </a:lnTo>
                <a:lnTo>
                  <a:pt x="277723" y="625792"/>
                </a:lnTo>
                <a:lnTo>
                  <a:pt x="275437" y="629666"/>
                </a:lnTo>
                <a:lnTo>
                  <a:pt x="275501" y="629920"/>
                </a:lnTo>
                <a:lnTo>
                  <a:pt x="276415" y="633463"/>
                </a:lnTo>
                <a:lnTo>
                  <a:pt x="278942" y="642315"/>
                </a:lnTo>
                <a:lnTo>
                  <a:pt x="279869" y="645020"/>
                </a:lnTo>
                <a:lnTo>
                  <a:pt x="225107" y="642772"/>
                </a:lnTo>
                <a:lnTo>
                  <a:pt x="174117" y="640410"/>
                </a:lnTo>
                <a:lnTo>
                  <a:pt x="132816" y="640041"/>
                </a:lnTo>
                <a:lnTo>
                  <a:pt x="99199" y="643458"/>
                </a:lnTo>
                <a:lnTo>
                  <a:pt x="47053" y="668794"/>
                </a:lnTo>
                <a:lnTo>
                  <a:pt x="15951" y="707986"/>
                </a:lnTo>
                <a:lnTo>
                  <a:pt x="0" y="769378"/>
                </a:lnTo>
                <a:lnTo>
                  <a:pt x="609" y="776922"/>
                </a:lnTo>
                <a:lnTo>
                  <a:pt x="10934" y="815543"/>
                </a:lnTo>
                <a:lnTo>
                  <a:pt x="44475" y="855535"/>
                </a:lnTo>
                <a:lnTo>
                  <a:pt x="105410" y="873480"/>
                </a:lnTo>
                <a:lnTo>
                  <a:pt x="149085" y="876287"/>
                </a:lnTo>
                <a:lnTo>
                  <a:pt x="203403" y="876693"/>
                </a:lnTo>
                <a:lnTo>
                  <a:pt x="269760" y="875957"/>
                </a:lnTo>
                <a:lnTo>
                  <a:pt x="349542" y="875334"/>
                </a:lnTo>
                <a:lnTo>
                  <a:pt x="434454" y="875792"/>
                </a:lnTo>
                <a:lnTo>
                  <a:pt x="504240" y="876554"/>
                </a:lnTo>
                <a:lnTo>
                  <a:pt x="560654" y="876261"/>
                </a:lnTo>
                <a:lnTo>
                  <a:pt x="605472" y="873594"/>
                </a:lnTo>
                <a:lnTo>
                  <a:pt x="667423" y="855751"/>
                </a:lnTo>
                <a:lnTo>
                  <a:pt x="699033" y="822147"/>
                </a:lnTo>
                <a:lnTo>
                  <a:pt x="713943" y="780059"/>
                </a:lnTo>
                <a:lnTo>
                  <a:pt x="714971" y="755472"/>
                </a:lnTo>
                <a:close/>
              </a:path>
              <a:path extrusionOk="0" h="1196975" w="1155700">
                <a:moveTo>
                  <a:pt x="726059" y="84912"/>
                </a:moveTo>
                <a:lnTo>
                  <a:pt x="723900" y="80975"/>
                </a:lnTo>
                <a:lnTo>
                  <a:pt x="720140" y="79870"/>
                </a:lnTo>
                <a:lnTo>
                  <a:pt x="711644" y="77622"/>
                </a:lnTo>
                <a:lnTo>
                  <a:pt x="701852" y="58420"/>
                </a:lnTo>
                <a:lnTo>
                  <a:pt x="675868" y="29121"/>
                </a:lnTo>
                <a:lnTo>
                  <a:pt x="646722" y="11137"/>
                </a:lnTo>
                <a:lnTo>
                  <a:pt x="612533" y="2298"/>
                </a:lnTo>
                <a:lnTo>
                  <a:pt x="570445" y="0"/>
                </a:lnTo>
                <a:lnTo>
                  <a:pt x="517652" y="1689"/>
                </a:lnTo>
                <a:lnTo>
                  <a:pt x="451294" y="4762"/>
                </a:lnTo>
                <a:lnTo>
                  <a:pt x="368554" y="6654"/>
                </a:lnTo>
                <a:lnTo>
                  <a:pt x="291249" y="5676"/>
                </a:lnTo>
                <a:lnTo>
                  <a:pt x="227799" y="3111"/>
                </a:lnTo>
                <a:lnTo>
                  <a:pt x="176199" y="749"/>
                </a:lnTo>
                <a:lnTo>
                  <a:pt x="134404" y="381"/>
                </a:lnTo>
                <a:lnTo>
                  <a:pt x="72136" y="12776"/>
                </a:lnTo>
                <a:lnTo>
                  <a:pt x="31889" y="45478"/>
                </a:lnTo>
                <a:lnTo>
                  <a:pt x="4241" y="96748"/>
                </a:lnTo>
                <a:lnTo>
                  <a:pt x="0" y="129730"/>
                </a:lnTo>
                <a:lnTo>
                  <a:pt x="622" y="137274"/>
                </a:lnTo>
                <a:lnTo>
                  <a:pt x="11074" y="175882"/>
                </a:lnTo>
                <a:lnTo>
                  <a:pt x="45008" y="215874"/>
                </a:lnTo>
                <a:lnTo>
                  <a:pt x="106667" y="233807"/>
                </a:lnTo>
                <a:lnTo>
                  <a:pt x="150863" y="236626"/>
                </a:lnTo>
                <a:lnTo>
                  <a:pt x="205828" y="237032"/>
                </a:lnTo>
                <a:lnTo>
                  <a:pt x="272973" y="236296"/>
                </a:lnTo>
                <a:lnTo>
                  <a:pt x="353707" y="235673"/>
                </a:lnTo>
                <a:lnTo>
                  <a:pt x="439635" y="236131"/>
                </a:lnTo>
                <a:lnTo>
                  <a:pt x="510247" y="236880"/>
                </a:lnTo>
                <a:lnTo>
                  <a:pt x="567334" y="236601"/>
                </a:lnTo>
                <a:lnTo>
                  <a:pt x="612686" y="233934"/>
                </a:lnTo>
                <a:lnTo>
                  <a:pt x="675373" y="216090"/>
                </a:lnTo>
                <a:lnTo>
                  <a:pt x="707364" y="182486"/>
                </a:lnTo>
                <a:lnTo>
                  <a:pt x="722452" y="140398"/>
                </a:lnTo>
                <a:lnTo>
                  <a:pt x="723493" y="115811"/>
                </a:lnTo>
                <a:lnTo>
                  <a:pt x="722236" y="107518"/>
                </a:lnTo>
                <a:lnTo>
                  <a:pt x="718248" y="93687"/>
                </a:lnTo>
                <a:lnTo>
                  <a:pt x="721360" y="93687"/>
                </a:lnTo>
                <a:lnTo>
                  <a:pt x="724039" y="91770"/>
                </a:lnTo>
                <a:lnTo>
                  <a:pt x="726059" y="84912"/>
                </a:lnTo>
                <a:close/>
              </a:path>
              <a:path extrusionOk="0" h="1196975" w="1155700">
                <a:moveTo>
                  <a:pt x="788339" y="121488"/>
                </a:moveTo>
                <a:lnTo>
                  <a:pt x="788212" y="120091"/>
                </a:lnTo>
                <a:lnTo>
                  <a:pt x="787946" y="117005"/>
                </a:lnTo>
                <a:lnTo>
                  <a:pt x="784936" y="114490"/>
                </a:lnTo>
                <a:lnTo>
                  <a:pt x="750862" y="91986"/>
                </a:lnTo>
                <a:lnTo>
                  <a:pt x="746556" y="93281"/>
                </a:lnTo>
                <a:lnTo>
                  <a:pt x="742873" y="100215"/>
                </a:lnTo>
                <a:lnTo>
                  <a:pt x="744156" y="104521"/>
                </a:lnTo>
                <a:lnTo>
                  <a:pt x="747623" y="106362"/>
                </a:lnTo>
                <a:lnTo>
                  <a:pt x="755027" y="110566"/>
                </a:lnTo>
                <a:lnTo>
                  <a:pt x="762215" y="115150"/>
                </a:lnTo>
                <a:lnTo>
                  <a:pt x="769137" y="120091"/>
                </a:lnTo>
                <a:lnTo>
                  <a:pt x="775792" y="125387"/>
                </a:lnTo>
                <a:lnTo>
                  <a:pt x="777138" y="126504"/>
                </a:lnTo>
                <a:lnTo>
                  <a:pt x="778713" y="127025"/>
                </a:lnTo>
                <a:lnTo>
                  <a:pt x="782383" y="127025"/>
                </a:lnTo>
                <a:lnTo>
                  <a:pt x="784402" y="126161"/>
                </a:lnTo>
                <a:lnTo>
                  <a:pt x="788339" y="121488"/>
                </a:lnTo>
                <a:close/>
              </a:path>
              <a:path extrusionOk="0" h="1196975" w="1155700">
                <a:moveTo>
                  <a:pt x="789609" y="776325"/>
                </a:moveTo>
                <a:lnTo>
                  <a:pt x="750379" y="756780"/>
                </a:lnTo>
                <a:lnTo>
                  <a:pt x="746594" y="755726"/>
                </a:lnTo>
                <a:lnTo>
                  <a:pt x="742683" y="757948"/>
                </a:lnTo>
                <a:lnTo>
                  <a:pt x="740575" y="765505"/>
                </a:lnTo>
                <a:lnTo>
                  <a:pt x="742797" y="769429"/>
                </a:lnTo>
                <a:lnTo>
                  <a:pt x="746582" y="770470"/>
                </a:lnTo>
                <a:lnTo>
                  <a:pt x="754710" y="772960"/>
                </a:lnTo>
                <a:lnTo>
                  <a:pt x="762711" y="775855"/>
                </a:lnTo>
                <a:lnTo>
                  <a:pt x="770559" y="779170"/>
                </a:lnTo>
                <a:lnTo>
                  <a:pt x="778217" y="782878"/>
                </a:lnTo>
                <a:lnTo>
                  <a:pt x="779246" y="783412"/>
                </a:lnTo>
                <a:lnTo>
                  <a:pt x="780376" y="783666"/>
                </a:lnTo>
                <a:lnTo>
                  <a:pt x="784047" y="783666"/>
                </a:lnTo>
                <a:lnTo>
                  <a:pt x="786536" y="782269"/>
                </a:lnTo>
                <a:lnTo>
                  <a:pt x="789609" y="776325"/>
                </a:lnTo>
                <a:close/>
              </a:path>
              <a:path extrusionOk="0" h="1196975" w="1155700">
                <a:moveTo>
                  <a:pt x="831786" y="176009"/>
                </a:moveTo>
                <a:lnTo>
                  <a:pt x="810602" y="141033"/>
                </a:lnTo>
                <a:lnTo>
                  <a:pt x="803719" y="137401"/>
                </a:lnTo>
                <a:lnTo>
                  <a:pt x="797534" y="142227"/>
                </a:lnTo>
                <a:lnTo>
                  <a:pt x="796988" y="146697"/>
                </a:lnTo>
                <a:lnTo>
                  <a:pt x="799401" y="149783"/>
                </a:lnTo>
                <a:lnTo>
                  <a:pt x="804481" y="156654"/>
                </a:lnTo>
                <a:lnTo>
                  <a:pt x="809167" y="163766"/>
                </a:lnTo>
                <a:lnTo>
                  <a:pt x="813435" y="171081"/>
                </a:lnTo>
                <a:lnTo>
                  <a:pt x="817283" y="178600"/>
                </a:lnTo>
                <a:lnTo>
                  <a:pt x="818502" y="181152"/>
                </a:lnTo>
                <a:lnTo>
                  <a:pt x="821042" y="182651"/>
                </a:lnTo>
                <a:lnTo>
                  <a:pt x="824712" y="182651"/>
                </a:lnTo>
                <a:lnTo>
                  <a:pt x="825754" y="182422"/>
                </a:lnTo>
                <a:lnTo>
                  <a:pt x="830275" y="180263"/>
                </a:lnTo>
                <a:lnTo>
                  <a:pt x="831786" y="176009"/>
                </a:lnTo>
                <a:close/>
              </a:path>
              <a:path extrusionOk="0" h="1196975" w="1155700">
                <a:moveTo>
                  <a:pt x="841743" y="277355"/>
                </a:moveTo>
                <a:lnTo>
                  <a:pt x="839444" y="273494"/>
                </a:lnTo>
                <a:lnTo>
                  <a:pt x="831837" y="271526"/>
                </a:lnTo>
                <a:lnTo>
                  <a:pt x="827976" y="273812"/>
                </a:lnTo>
                <a:lnTo>
                  <a:pt x="826998" y="277622"/>
                </a:lnTo>
                <a:lnTo>
                  <a:pt x="824674" y="285724"/>
                </a:lnTo>
                <a:lnTo>
                  <a:pt x="821893" y="293725"/>
                </a:lnTo>
                <a:lnTo>
                  <a:pt x="818654" y="301586"/>
                </a:lnTo>
                <a:lnTo>
                  <a:pt x="814984" y="309308"/>
                </a:lnTo>
                <a:lnTo>
                  <a:pt x="813219" y="312801"/>
                </a:lnTo>
                <a:lnTo>
                  <a:pt x="814603" y="317068"/>
                </a:lnTo>
                <a:lnTo>
                  <a:pt x="819124" y="319379"/>
                </a:lnTo>
                <a:lnTo>
                  <a:pt x="820229" y="319633"/>
                </a:lnTo>
                <a:lnTo>
                  <a:pt x="823912" y="319633"/>
                </a:lnTo>
                <a:lnTo>
                  <a:pt x="840765" y="281165"/>
                </a:lnTo>
                <a:lnTo>
                  <a:pt x="841743" y="277355"/>
                </a:lnTo>
                <a:close/>
              </a:path>
              <a:path extrusionOk="0" h="1196975" w="1155700">
                <a:moveTo>
                  <a:pt x="844105" y="819683"/>
                </a:moveTo>
                <a:lnTo>
                  <a:pt x="815581" y="790473"/>
                </a:lnTo>
                <a:lnTo>
                  <a:pt x="812546" y="788009"/>
                </a:lnTo>
                <a:lnTo>
                  <a:pt x="808075" y="788454"/>
                </a:lnTo>
                <a:lnTo>
                  <a:pt x="803109" y="794537"/>
                </a:lnTo>
                <a:lnTo>
                  <a:pt x="803579" y="799007"/>
                </a:lnTo>
                <a:lnTo>
                  <a:pt x="806627" y="801484"/>
                </a:lnTo>
                <a:lnTo>
                  <a:pt x="813092" y="807046"/>
                </a:lnTo>
                <a:lnTo>
                  <a:pt x="819264" y="812914"/>
                </a:lnTo>
                <a:lnTo>
                  <a:pt x="825093" y="819086"/>
                </a:lnTo>
                <a:lnTo>
                  <a:pt x="830592" y="825538"/>
                </a:lnTo>
                <a:lnTo>
                  <a:pt x="831989" y="827265"/>
                </a:lnTo>
                <a:lnTo>
                  <a:pt x="834059" y="828179"/>
                </a:lnTo>
                <a:lnTo>
                  <a:pt x="837742" y="828179"/>
                </a:lnTo>
                <a:lnTo>
                  <a:pt x="839279" y="827684"/>
                </a:lnTo>
                <a:lnTo>
                  <a:pt x="843648" y="824153"/>
                </a:lnTo>
                <a:lnTo>
                  <a:pt x="844105" y="819683"/>
                </a:lnTo>
                <a:close/>
              </a:path>
              <a:path extrusionOk="0" h="1196975" w="1155700">
                <a:moveTo>
                  <a:pt x="845731" y="248310"/>
                </a:moveTo>
                <a:lnTo>
                  <a:pt x="841324" y="203682"/>
                </a:lnTo>
                <a:lnTo>
                  <a:pt x="837552" y="201256"/>
                </a:lnTo>
                <a:lnTo>
                  <a:pt x="829881" y="202946"/>
                </a:lnTo>
                <a:lnTo>
                  <a:pt x="827468" y="206730"/>
                </a:lnTo>
                <a:lnTo>
                  <a:pt x="829602" y="216509"/>
                </a:lnTo>
                <a:lnTo>
                  <a:pt x="830529" y="222580"/>
                </a:lnTo>
                <a:lnTo>
                  <a:pt x="831443" y="232791"/>
                </a:lnTo>
                <a:lnTo>
                  <a:pt x="831621" y="237045"/>
                </a:lnTo>
                <a:lnTo>
                  <a:pt x="831748" y="248310"/>
                </a:lnTo>
                <a:lnTo>
                  <a:pt x="834631" y="251320"/>
                </a:lnTo>
                <a:lnTo>
                  <a:pt x="842645" y="251320"/>
                </a:lnTo>
                <a:lnTo>
                  <a:pt x="845731" y="248310"/>
                </a:lnTo>
                <a:close/>
              </a:path>
              <a:path extrusionOk="0" h="1196975" w="1155700">
                <a:moveTo>
                  <a:pt x="875157" y="886383"/>
                </a:moveTo>
                <a:lnTo>
                  <a:pt x="861618" y="847725"/>
                </a:lnTo>
                <a:lnTo>
                  <a:pt x="855599" y="842784"/>
                </a:lnTo>
                <a:lnTo>
                  <a:pt x="848588" y="846277"/>
                </a:lnTo>
                <a:lnTo>
                  <a:pt x="847153" y="850531"/>
                </a:lnTo>
                <a:lnTo>
                  <a:pt x="848893" y="854049"/>
                </a:lnTo>
                <a:lnTo>
                  <a:pt x="852474" y="861783"/>
                </a:lnTo>
                <a:lnTo>
                  <a:pt x="855586" y="869683"/>
                </a:lnTo>
                <a:lnTo>
                  <a:pt x="858240" y="877709"/>
                </a:lnTo>
                <a:lnTo>
                  <a:pt x="860425" y="885837"/>
                </a:lnTo>
                <a:lnTo>
                  <a:pt x="860552" y="886383"/>
                </a:lnTo>
                <a:lnTo>
                  <a:pt x="861187" y="889101"/>
                </a:lnTo>
                <a:lnTo>
                  <a:pt x="864019" y="891235"/>
                </a:lnTo>
                <a:lnTo>
                  <a:pt x="868413" y="891235"/>
                </a:lnTo>
                <a:lnTo>
                  <a:pt x="872782" y="890193"/>
                </a:lnTo>
                <a:lnTo>
                  <a:pt x="875157" y="886383"/>
                </a:lnTo>
                <a:close/>
              </a:path>
              <a:path extrusionOk="0" h="1196975" w="1155700">
                <a:moveTo>
                  <a:pt x="878484" y="919378"/>
                </a:moveTo>
                <a:lnTo>
                  <a:pt x="878459" y="915466"/>
                </a:lnTo>
                <a:lnTo>
                  <a:pt x="875322" y="912304"/>
                </a:lnTo>
                <a:lnTo>
                  <a:pt x="867486" y="912304"/>
                </a:lnTo>
                <a:lnTo>
                  <a:pt x="864298" y="915466"/>
                </a:lnTo>
                <a:lnTo>
                  <a:pt x="864285" y="919378"/>
                </a:lnTo>
                <a:lnTo>
                  <a:pt x="864006" y="927798"/>
                </a:lnTo>
                <a:lnTo>
                  <a:pt x="859307" y="956741"/>
                </a:lnTo>
                <a:lnTo>
                  <a:pt x="861656" y="960577"/>
                </a:lnTo>
                <a:lnTo>
                  <a:pt x="866025" y="961631"/>
                </a:lnTo>
                <a:lnTo>
                  <a:pt x="870407" y="961631"/>
                </a:lnTo>
                <a:lnTo>
                  <a:pt x="878217" y="927798"/>
                </a:lnTo>
                <a:lnTo>
                  <a:pt x="878484" y="919378"/>
                </a:lnTo>
                <a:close/>
              </a:path>
              <a:path extrusionOk="0" h="1196975" w="1155700">
                <a:moveTo>
                  <a:pt x="1155382" y="1075309"/>
                </a:moveTo>
                <a:lnTo>
                  <a:pt x="1134706" y="1017917"/>
                </a:lnTo>
                <a:lnTo>
                  <a:pt x="1109865" y="988631"/>
                </a:lnTo>
                <a:lnTo>
                  <a:pt x="1049324" y="961796"/>
                </a:lnTo>
                <a:lnTo>
                  <a:pt x="1009103" y="959510"/>
                </a:lnTo>
                <a:lnTo>
                  <a:pt x="958634" y="961186"/>
                </a:lnTo>
                <a:lnTo>
                  <a:pt x="895210" y="964260"/>
                </a:lnTo>
                <a:lnTo>
                  <a:pt x="816127" y="966152"/>
                </a:lnTo>
                <a:lnTo>
                  <a:pt x="742238" y="965174"/>
                </a:lnTo>
                <a:lnTo>
                  <a:pt x="681596" y="962609"/>
                </a:lnTo>
                <a:lnTo>
                  <a:pt x="632282" y="960247"/>
                </a:lnTo>
                <a:lnTo>
                  <a:pt x="592328" y="959878"/>
                </a:lnTo>
                <a:lnTo>
                  <a:pt x="532828" y="972286"/>
                </a:lnTo>
                <a:lnTo>
                  <a:pt x="494347" y="1004963"/>
                </a:lnTo>
                <a:lnTo>
                  <a:pt x="467918" y="1056233"/>
                </a:lnTo>
                <a:lnTo>
                  <a:pt x="463867" y="1089215"/>
                </a:lnTo>
                <a:lnTo>
                  <a:pt x="464451" y="1096759"/>
                </a:lnTo>
                <a:lnTo>
                  <a:pt x="474446" y="1135367"/>
                </a:lnTo>
                <a:lnTo>
                  <a:pt x="506882" y="1175359"/>
                </a:lnTo>
                <a:lnTo>
                  <a:pt x="565823" y="1193304"/>
                </a:lnTo>
                <a:lnTo>
                  <a:pt x="608063" y="1196124"/>
                </a:lnTo>
                <a:lnTo>
                  <a:pt x="660603" y="1196517"/>
                </a:lnTo>
                <a:lnTo>
                  <a:pt x="724776" y="1195781"/>
                </a:lnTo>
                <a:lnTo>
                  <a:pt x="801941" y="1195171"/>
                </a:lnTo>
                <a:lnTo>
                  <a:pt x="884059" y="1195616"/>
                </a:lnTo>
                <a:lnTo>
                  <a:pt x="951547" y="1196378"/>
                </a:lnTo>
                <a:lnTo>
                  <a:pt x="1006106" y="1196086"/>
                </a:lnTo>
                <a:lnTo>
                  <a:pt x="1049451" y="1193419"/>
                </a:lnTo>
                <a:lnTo>
                  <a:pt x="1083297" y="1187030"/>
                </a:lnTo>
                <a:lnTo>
                  <a:pt x="1109370" y="1175575"/>
                </a:lnTo>
                <a:lnTo>
                  <a:pt x="1129360" y="1157706"/>
                </a:lnTo>
                <a:lnTo>
                  <a:pt x="1139964" y="1141996"/>
                </a:lnTo>
                <a:lnTo>
                  <a:pt x="1148778" y="1122426"/>
                </a:lnTo>
                <a:lnTo>
                  <a:pt x="1154391" y="1099896"/>
                </a:lnTo>
                <a:lnTo>
                  <a:pt x="1155382" y="1075309"/>
                </a:lnTo>
                <a:close/>
              </a:path>
              <a:path extrusionOk="0" h="1196975" w="1155700">
                <a:moveTo>
                  <a:pt x="1155382" y="435648"/>
                </a:moveTo>
                <a:lnTo>
                  <a:pt x="1134706" y="378256"/>
                </a:lnTo>
                <a:lnTo>
                  <a:pt x="1109865" y="348970"/>
                </a:lnTo>
                <a:lnTo>
                  <a:pt x="1049324" y="322135"/>
                </a:lnTo>
                <a:lnTo>
                  <a:pt x="1009103" y="319836"/>
                </a:lnTo>
                <a:lnTo>
                  <a:pt x="958634" y="321525"/>
                </a:lnTo>
                <a:lnTo>
                  <a:pt x="895210" y="324599"/>
                </a:lnTo>
                <a:lnTo>
                  <a:pt x="816127" y="326491"/>
                </a:lnTo>
                <a:lnTo>
                  <a:pt x="742238" y="325501"/>
                </a:lnTo>
                <a:lnTo>
                  <a:pt x="681596" y="322935"/>
                </a:lnTo>
                <a:lnTo>
                  <a:pt x="632282" y="320586"/>
                </a:lnTo>
                <a:lnTo>
                  <a:pt x="592328" y="320217"/>
                </a:lnTo>
                <a:lnTo>
                  <a:pt x="532828" y="332625"/>
                </a:lnTo>
                <a:lnTo>
                  <a:pt x="494347" y="365302"/>
                </a:lnTo>
                <a:lnTo>
                  <a:pt x="467918" y="416572"/>
                </a:lnTo>
                <a:lnTo>
                  <a:pt x="463867" y="449554"/>
                </a:lnTo>
                <a:lnTo>
                  <a:pt x="464451" y="457085"/>
                </a:lnTo>
                <a:lnTo>
                  <a:pt x="474446" y="495693"/>
                </a:lnTo>
                <a:lnTo>
                  <a:pt x="506882" y="535698"/>
                </a:lnTo>
                <a:lnTo>
                  <a:pt x="565823" y="553631"/>
                </a:lnTo>
                <a:lnTo>
                  <a:pt x="608063" y="556450"/>
                </a:lnTo>
                <a:lnTo>
                  <a:pt x="660603" y="556856"/>
                </a:lnTo>
                <a:lnTo>
                  <a:pt x="724776" y="556120"/>
                </a:lnTo>
                <a:lnTo>
                  <a:pt x="801941" y="555498"/>
                </a:lnTo>
                <a:lnTo>
                  <a:pt x="884059" y="555955"/>
                </a:lnTo>
                <a:lnTo>
                  <a:pt x="951547" y="556704"/>
                </a:lnTo>
                <a:lnTo>
                  <a:pt x="1006106" y="556425"/>
                </a:lnTo>
                <a:lnTo>
                  <a:pt x="1049451" y="553758"/>
                </a:lnTo>
                <a:lnTo>
                  <a:pt x="1083297" y="547370"/>
                </a:lnTo>
                <a:lnTo>
                  <a:pt x="1109370" y="535914"/>
                </a:lnTo>
                <a:lnTo>
                  <a:pt x="1129360" y="518045"/>
                </a:lnTo>
                <a:lnTo>
                  <a:pt x="1139964" y="502323"/>
                </a:lnTo>
                <a:lnTo>
                  <a:pt x="1148778" y="482765"/>
                </a:lnTo>
                <a:lnTo>
                  <a:pt x="1154391" y="460235"/>
                </a:lnTo>
                <a:lnTo>
                  <a:pt x="1155382" y="435648"/>
                </a:lnTo>
                <a:close/>
              </a:path>
            </a:pathLst>
          </a:custGeom>
          <a:solidFill>
            <a:srgbClr val="3470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 txBox="1"/>
          <p:nvPr>
            <p:ph type="title"/>
          </p:nvPr>
        </p:nvSpPr>
        <p:spPr>
          <a:xfrm>
            <a:off x="92220" y="3120"/>
            <a:ext cx="13315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350">
            <a:spAutoFit/>
          </a:bodyPr>
          <a:lstStyle/>
          <a:p>
            <a:pPr indent="0" lvl="0" marL="1526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5000"/>
              <a:buFont typeface="Verdana"/>
              <a:buNone/>
            </a:pPr>
            <a:r>
              <a:rPr b="0" lang="en-US" sz="5000" u="none" strike="noStrike">
                <a:solidFill>
                  <a:srgbClr val="34709E"/>
                </a:solidFill>
                <a:latin typeface="Verdana"/>
                <a:ea typeface="Verdana"/>
                <a:cs typeface="Verdana"/>
                <a:sym typeface="Verdana"/>
              </a:rPr>
              <a:t>USE CASE DIAGRAM</a:t>
            </a:r>
            <a:endParaRPr b="0" sz="5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2640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Verdana"/>
              <a:buNone/>
            </a:pPr>
            <a:r>
              <a:rPr b="0" lang="en-US" sz="300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INTERACTION OF USERS (ACTORS) WITH THE SYSTEM</a:t>
            </a:r>
            <a:endParaRPr b="0" sz="3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413" y="1303300"/>
            <a:ext cx="9671175" cy="8745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-9040070" y="772170"/>
            <a:ext cx="80412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4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09E"/>
              </a:buClr>
              <a:buSzPts val="5000"/>
              <a:buFont typeface="Verdana"/>
              <a:buNone/>
            </a:pPr>
            <a:r>
              <a:t/>
            </a:r>
            <a:endParaRPr b="0" sz="3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435000" y="5305320"/>
            <a:ext cx="605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User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0063440" y="4261320"/>
            <a:ext cx="1846800" cy="32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Create Project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4025240" y="4295160"/>
            <a:ext cx="1506960" cy="32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Create Task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0093680" y="6293520"/>
            <a:ext cx="1625400" cy="32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View Project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29120" y="8516880"/>
            <a:ext cx="1285560" cy="32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View Task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678550" y="3705925"/>
            <a:ext cx="150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User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83025" y="3901675"/>
            <a:ext cx="1252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6" title="WhatsApp Image 2026-09-21 at 22.40.4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50" y="1228900"/>
            <a:ext cx="17833701" cy="98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1167480" y="1147680"/>
            <a:ext cx="1333080" cy="1320480"/>
          </a:xfrm>
          <a:custGeom>
            <a:rect b="b" l="l" r="r" t="t"/>
            <a:pathLst>
              <a:path extrusionOk="0" h="1320800" w="1333500">
                <a:moveTo>
                  <a:pt x="475186" y="203199"/>
                </a:moveTo>
                <a:lnTo>
                  <a:pt x="387233" y="203199"/>
                </a:lnTo>
                <a:lnTo>
                  <a:pt x="424165" y="190499"/>
                </a:lnTo>
                <a:lnTo>
                  <a:pt x="462465" y="165099"/>
                </a:lnTo>
                <a:lnTo>
                  <a:pt x="542757" y="139699"/>
                </a:lnTo>
                <a:lnTo>
                  <a:pt x="561036" y="12699"/>
                </a:lnTo>
                <a:lnTo>
                  <a:pt x="562142" y="0"/>
                </a:lnTo>
                <a:lnTo>
                  <a:pt x="770706" y="0"/>
                </a:lnTo>
                <a:lnTo>
                  <a:pt x="774236" y="25399"/>
                </a:lnTo>
                <a:lnTo>
                  <a:pt x="591953" y="25399"/>
                </a:lnTo>
                <a:lnTo>
                  <a:pt x="574089" y="152399"/>
                </a:lnTo>
                <a:lnTo>
                  <a:pt x="573121" y="165099"/>
                </a:lnTo>
                <a:lnTo>
                  <a:pt x="561119" y="165099"/>
                </a:lnTo>
                <a:lnTo>
                  <a:pt x="517460" y="177799"/>
                </a:lnTo>
                <a:lnTo>
                  <a:pt x="475186" y="203199"/>
                </a:lnTo>
                <a:close/>
              </a:path>
              <a:path extrusionOk="0" h="1320800" w="1333500">
                <a:moveTo>
                  <a:pt x="950980" y="241299"/>
                </a:moveTo>
                <a:lnTo>
                  <a:pt x="937513" y="241299"/>
                </a:lnTo>
                <a:lnTo>
                  <a:pt x="898462" y="215899"/>
                </a:lnTo>
                <a:lnTo>
                  <a:pt x="857728" y="203199"/>
                </a:lnTo>
                <a:lnTo>
                  <a:pt x="815455" y="177799"/>
                </a:lnTo>
                <a:lnTo>
                  <a:pt x="771784" y="165099"/>
                </a:lnTo>
                <a:lnTo>
                  <a:pt x="759755" y="165099"/>
                </a:lnTo>
                <a:lnTo>
                  <a:pt x="740951" y="25399"/>
                </a:lnTo>
                <a:lnTo>
                  <a:pt x="774236" y="25399"/>
                </a:lnTo>
                <a:lnTo>
                  <a:pt x="790119" y="139699"/>
                </a:lnTo>
                <a:lnTo>
                  <a:pt x="870421" y="165099"/>
                </a:lnTo>
                <a:lnTo>
                  <a:pt x="908723" y="190499"/>
                </a:lnTo>
                <a:lnTo>
                  <a:pt x="945643" y="203199"/>
                </a:lnTo>
                <a:lnTo>
                  <a:pt x="1006273" y="203199"/>
                </a:lnTo>
                <a:lnTo>
                  <a:pt x="950980" y="241299"/>
                </a:lnTo>
                <a:close/>
              </a:path>
              <a:path extrusionOk="0" h="1320800" w="1333500">
                <a:moveTo>
                  <a:pt x="177702" y="558799"/>
                </a:moveTo>
                <a:lnTo>
                  <a:pt x="6139" y="558799"/>
                </a:lnTo>
                <a:lnTo>
                  <a:pt x="147836" y="533399"/>
                </a:lnTo>
                <a:lnTo>
                  <a:pt x="159230" y="495299"/>
                </a:lnTo>
                <a:lnTo>
                  <a:pt x="173803" y="457199"/>
                </a:lnTo>
                <a:lnTo>
                  <a:pt x="191507" y="419099"/>
                </a:lnTo>
                <a:lnTo>
                  <a:pt x="212296" y="380999"/>
                </a:lnTo>
                <a:lnTo>
                  <a:pt x="125796" y="266699"/>
                </a:lnTo>
                <a:lnTo>
                  <a:pt x="126432" y="253999"/>
                </a:lnTo>
                <a:lnTo>
                  <a:pt x="263981" y="114299"/>
                </a:lnTo>
                <a:lnTo>
                  <a:pt x="273273" y="114299"/>
                </a:lnTo>
                <a:lnTo>
                  <a:pt x="338393" y="165099"/>
                </a:lnTo>
                <a:lnTo>
                  <a:pt x="271337" y="165099"/>
                </a:lnTo>
                <a:lnTo>
                  <a:pt x="165977" y="266699"/>
                </a:lnTo>
                <a:lnTo>
                  <a:pt x="249905" y="380999"/>
                </a:lnTo>
                <a:lnTo>
                  <a:pt x="250182" y="380999"/>
                </a:lnTo>
                <a:lnTo>
                  <a:pt x="246393" y="393699"/>
                </a:lnTo>
                <a:lnTo>
                  <a:pt x="223558" y="431799"/>
                </a:lnTo>
                <a:lnTo>
                  <a:pt x="204457" y="469899"/>
                </a:lnTo>
                <a:lnTo>
                  <a:pt x="189150" y="507999"/>
                </a:lnTo>
                <a:lnTo>
                  <a:pt x="177702" y="558799"/>
                </a:lnTo>
                <a:close/>
              </a:path>
              <a:path extrusionOk="0" h="1320800" w="1333500">
                <a:moveTo>
                  <a:pt x="1006273" y="203199"/>
                </a:moveTo>
                <a:lnTo>
                  <a:pt x="945643" y="203199"/>
                </a:lnTo>
                <a:lnTo>
                  <a:pt x="1059603" y="114299"/>
                </a:lnTo>
                <a:lnTo>
                  <a:pt x="1068895" y="114299"/>
                </a:lnTo>
                <a:lnTo>
                  <a:pt x="1118913" y="165099"/>
                </a:lnTo>
                <a:lnTo>
                  <a:pt x="1061567" y="165099"/>
                </a:lnTo>
                <a:lnTo>
                  <a:pt x="1006273" y="203199"/>
                </a:lnTo>
                <a:close/>
              </a:path>
              <a:path extrusionOk="0" h="1320800" w="1333500">
                <a:moveTo>
                  <a:pt x="395391" y="241299"/>
                </a:moveTo>
                <a:lnTo>
                  <a:pt x="381896" y="241299"/>
                </a:lnTo>
                <a:lnTo>
                  <a:pt x="271337" y="165099"/>
                </a:lnTo>
                <a:lnTo>
                  <a:pt x="338393" y="165099"/>
                </a:lnTo>
                <a:lnTo>
                  <a:pt x="387233" y="203199"/>
                </a:lnTo>
                <a:lnTo>
                  <a:pt x="475186" y="203199"/>
                </a:lnTo>
                <a:lnTo>
                  <a:pt x="434446" y="215899"/>
                </a:lnTo>
                <a:lnTo>
                  <a:pt x="395391" y="241299"/>
                </a:lnTo>
                <a:close/>
              </a:path>
              <a:path extrusionOk="0" h="1320800" w="1333500">
                <a:moveTo>
                  <a:pt x="1318552" y="558799"/>
                </a:moveTo>
                <a:lnTo>
                  <a:pt x="1155202" y="558799"/>
                </a:lnTo>
                <a:lnTo>
                  <a:pt x="1143753" y="507999"/>
                </a:lnTo>
                <a:lnTo>
                  <a:pt x="1128444" y="469899"/>
                </a:lnTo>
                <a:lnTo>
                  <a:pt x="1109334" y="431799"/>
                </a:lnTo>
                <a:lnTo>
                  <a:pt x="1086483" y="393699"/>
                </a:lnTo>
                <a:lnTo>
                  <a:pt x="1082694" y="380999"/>
                </a:lnTo>
                <a:lnTo>
                  <a:pt x="1082971" y="380999"/>
                </a:lnTo>
                <a:lnTo>
                  <a:pt x="1166927" y="266699"/>
                </a:lnTo>
                <a:lnTo>
                  <a:pt x="1061567" y="165099"/>
                </a:lnTo>
                <a:lnTo>
                  <a:pt x="1118913" y="165099"/>
                </a:lnTo>
                <a:lnTo>
                  <a:pt x="1206444" y="253999"/>
                </a:lnTo>
                <a:lnTo>
                  <a:pt x="1207080" y="266699"/>
                </a:lnTo>
                <a:lnTo>
                  <a:pt x="1120580" y="380999"/>
                </a:lnTo>
                <a:lnTo>
                  <a:pt x="1141370" y="419099"/>
                </a:lnTo>
                <a:lnTo>
                  <a:pt x="1159077" y="457199"/>
                </a:lnTo>
                <a:lnTo>
                  <a:pt x="1173658" y="495299"/>
                </a:lnTo>
                <a:lnTo>
                  <a:pt x="1185068" y="533399"/>
                </a:lnTo>
                <a:lnTo>
                  <a:pt x="1318552" y="558799"/>
                </a:lnTo>
                <a:close/>
              </a:path>
              <a:path extrusionOk="0" h="1320800" w="1333500">
                <a:moveTo>
                  <a:pt x="714956" y="279399"/>
                </a:moveTo>
                <a:lnTo>
                  <a:pt x="617947" y="279399"/>
                </a:lnTo>
                <a:lnTo>
                  <a:pt x="666452" y="266699"/>
                </a:lnTo>
                <a:lnTo>
                  <a:pt x="714956" y="279399"/>
                </a:lnTo>
                <a:close/>
              </a:path>
              <a:path extrusionOk="0" h="1320800" w="1333500">
                <a:moveTo>
                  <a:pt x="761682" y="1041399"/>
                </a:moveTo>
                <a:lnTo>
                  <a:pt x="571222" y="1041399"/>
                </a:lnTo>
                <a:lnTo>
                  <a:pt x="526642" y="1015999"/>
                </a:lnTo>
                <a:lnTo>
                  <a:pt x="484572" y="1003299"/>
                </a:lnTo>
                <a:lnTo>
                  <a:pt x="445379" y="977899"/>
                </a:lnTo>
                <a:lnTo>
                  <a:pt x="409427" y="952499"/>
                </a:lnTo>
                <a:lnTo>
                  <a:pt x="377083" y="914399"/>
                </a:lnTo>
                <a:lnTo>
                  <a:pt x="348711" y="876299"/>
                </a:lnTo>
                <a:lnTo>
                  <a:pt x="324679" y="838199"/>
                </a:lnTo>
                <a:lnTo>
                  <a:pt x="305350" y="800099"/>
                </a:lnTo>
                <a:lnTo>
                  <a:pt x="291091" y="749299"/>
                </a:lnTo>
                <a:lnTo>
                  <a:pt x="282268" y="711199"/>
                </a:lnTo>
                <a:lnTo>
                  <a:pt x="279246" y="660399"/>
                </a:lnTo>
                <a:lnTo>
                  <a:pt x="282268" y="609599"/>
                </a:lnTo>
                <a:lnTo>
                  <a:pt x="291091" y="558799"/>
                </a:lnTo>
                <a:lnTo>
                  <a:pt x="305399" y="520603"/>
                </a:lnTo>
                <a:lnTo>
                  <a:pt x="324679" y="482599"/>
                </a:lnTo>
                <a:lnTo>
                  <a:pt x="348712" y="444499"/>
                </a:lnTo>
                <a:lnTo>
                  <a:pt x="377083" y="406399"/>
                </a:lnTo>
                <a:lnTo>
                  <a:pt x="409427" y="368299"/>
                </a:lnTo>
                <a:lnTo>
                  <a:pt x="445379" y="342899"/>
                </a:lnTo>
                <a:lnTo>
                  <a:pt x="484572" y="317499"/>
                </a:lnTo>
                <a:lnTo>
                  <a:pt x="526642" y="304799"/>
                </a:lnTo>
                <a:lnTo>
                  <a:pt x="571222" y="279399"/>
                </a:lnTo>
                <a:lnTo>
                  <a:pt x="761682" y="279399"/>
                </a:lnTo>
                <a:lnTo>
                  <a:pt x="806262" y="304799"/>
                </a:lnTo>
                <a:lnTo>
                  <a:pt x="618479" y="304799"/>
                </a:lnTo>
                <a:lnTo>
                  <a:pt x="572448" y="317499"/>
                </a:lnTo>
                <a:lnTo>
                  <a:pt x="528783" y="330199"/>
                </a:lnTo>
                <a:lnTo>
                  <a:pt x="487910" y="355599"/>
                </a:lnTo>
                <a:lnTo>
                  <a:pt x="450253" y="380999"/>
                </a:lnTo>
                <a:lnTo>
                  <a:pt x="416238" y="406399"/>
                </a:lnTo>
                <a:lnTo>
                  <a:pt x="386290" y="444499"/>
                </a:lnTo>
                <a:lnTo>
                  <a:pt x="360834" y="482599"/>
                </a:lnTo>
                <a:lnTo>
                  <a:pt x="340347" y="520603"/>
                </a:lnTo>
                <a:lnTo>
                  <a:pt x="325098" y="571499"/>
                </a:lnTo>
                <a:lnTo>
                  <a:pt x="315668" y="609599"/>
                </a:lnTo>
                <a:lnTo>
                  <a:pt x="312430" y="660399"/>
                </a:lnTo>
                <a:lnTo>
                  <a:pt x="315668" y="711199"/>
                </a:lnTo>
                <a:lnTo>
                  <a:pt x="325098" y="749299"/>
                </a:lnTo>
                <a:lnTo>
                  <a:pt x="340295" y="800099"/>
                </a:lnTo>
                <a:lnTo>
                  <a:pt x="360834" y="838199"/>
                </a:lnTo>
                <a:lnTo>
                  <a:pt x="386290" y="876299"/>
                </a:lnTo>
                <a:lnTo>
                  <a:pt x="416238" y="914399"/>
                </a:lnTo>
                <a:lnTo>
                  <a:pt x="450253" y="939799"/>
                </a:lnTo>
                <a:lnTo>
                  <a:pt x="487910" y="965199"/>
                </a:lnTo>
                <a:lnTo>
                  <a:pt x="528783" y="990599"/>
                </a:lnTo>
                <a:lnTo>
                  <a:pt x="572448" y="1003299"/>
                </a:lnTo>
                <a:lnTo>
                  <a:pt x="618479" y="1015999"/>
                </a:lnTo>
                <a:lnTo>
                  <a:pt x="806262" y="1015999"/>
                </a:lnTo>
                <a:lnTo>
                  <a:pt x="761682" y="1041399"/>
                </a:lnTo>
                <a:close/>
              </a:path>
              <a:path extrusionOk="0" h="1320800" w="1333500">
                <a:moveTo>
                  <a:pt x="806262" y="1015999"/>
                </a:moveTo>
                <a:lnTo>
                  <a:pt x="714425" y="1015999"/>
                </a:lnTo>
                <a:lnTo>
                  <a:pt x="760456" y="1003299"/>
                </a:lnTo>
                <a:lnTo>
                  <a:pt x="804121" y="990599"/>
                </a:lnTo>
                <a:lnTo>
                  <a:pt x="844994" y="965199"/>
                </a:lnTo>
                <a:lnTo>
                  <a:pt x="882650" y="939799"/>
                </a:lnTo>
                <a:lnTo>
                  <a:pt x="916665" y="914399"/>
                </a:lnTo>
                <a:lnTo>
                  <a:pt x="946613" y="876299"/>
                </a:lnTo>
                <a:lnTo>
                  <a:pt x="972069" y="838199"/>
                </a:lnTo>
                <a:lnTo>
                  <a:pt x="992609" y="800099"/>
                </a:lnTo>
                <a:lnTo>
                  <a:pt x="1007806" y="749299"/>
                </a:lnTo>
                <a:lnTo>
                  <a:pt x="1017236" y="711199"/>
                </a:lnTo>
                <a:lnTo>
                  <a:pt x="1020473" y="660399"/>
                </a:lnTo>
                <a:lnTo>
                  <a:pt x="1017236" y="609599"/>
                </a:lnTo>
                <a:lnTo>
                  <a:pt x="1007806" y="571499"/>
                </a:lnTo>
                <a:lnTo>
                  <a:pt x="996408" y="533399"/>
                </a:lnTo>
                <a:lnTo>
                  <a:pt x="972069" y="482599"/>
                </a:lnTo>
                <a:lnTo>
                  <a:pt x="946613" y="444499"/>
                </a:lnTo>
                <a:lnTo>
                  <a:pt x="916665" y="406399"/>
                </a:lnTo>
                <a:lnTo>
                  <a:pt x="882650" y="380999"/>
                </a:lnTo>
                <a:lnTo>
                  <a:pt x="844994" y="355599"/>
                </a:lnTo>
                <a:lnTo>
                  <a:pt x="804121" y="330199"/>
                </a:lnTo>
                <a:lnTo>
                  <a:pt x="760456" y="317499"/>
                </a:lnTo>
                <a:lnTo>
                  <a:pt x="714425" y="304799"/>
                </a:lnTo>
                <a:lnTo>
                  <a:pt x="806262" y="304799"/>
                </a:lnTo>
                <a:lnTo>
                  <a:pt x="848331" y="317499"/>
                </a:lnTo>
                <a:lnTo>
                  <a:pt x="887525" y="342899"/>
                </a:lnTo>
                <a:lnTo>
                  <a:pt x="923476" y="368299"/>
                </a:lnTo>
                <a:lnTo>
                  <a:pt x="955821" y="406399"/>
                </a:lnTo>
                <a:lnTo>
                  <a:pt x="984192" y="444499"/>
                </a:lnTo>
                <a:lnTo>
                  <a:pt x="1008225" y="482599"/>
                </a:lnTo>
                <a:lnTo>
                  <a:pt x="1027504" y="520603"/>
                </a:lnTo>
                <a:lnTo>
                  <a:pt x="1041812" y="558799"/>
                </a:lnTo>
                <a:lnTo>
                  <a:pt x="1050636" y="609599"/>
                </a:lnTo>
                <a:lnTo>
                  <a:pt x="1053658" y="660399"/>
                </a:lnTo>
                <a:lnTo>
                  <a:pt x="1050636" y="711199"/>
                </a:lnTo>
                <a:lnTo>
                  <a:pt x="1041812" y="749299"/>
                </a:lnTo>
                <a:lnTo>
                  <a:pt x="1027553" y="800099"/>
                </a:lnTo>
                <a:lnTo>
                  <a:pt x="1008225" y="838199"/>
                </a:lnTo>
                <a:lnTo>
                  <a:pt x="984192" y="876299"/>
                </a:lnTo>
                <a:lnTo>
                  <a:pt x="955821" y="914399"/>
                </a:lnTo>
                <a:lnTo>
                  <a:pt x="923477" y="952499"/>
                </a:lnTo>
                <a:lnTo>
                  <a:pt x="887525" y="977899"/>
                </a:lnTo>
                <a:lnTo>
                  <a:pt x="848331" y="1003299"/>
                </a:lnTo>
                <a:lnTo>
                  <a:pt x="806262" y="1015999"/>
                </a:lnTo>
                <a:close/>
              </a:path>
              <a:path extrusionOk="0" h="1320800" w="1333500">
                <a:moveTo>
                  <a:pt x="570936" y="546099"/>
                </a:moveTo>
                <a:lnTo>
                  <a:pt x="521353" y="546099"/>
                </a:lnTo>
                <a:lnTo>
                  <a:pt x="547502" y="520603"/>
                </a:lnTo>
                <a:lnTo>
                  <a:pt x="497018" y="469899"/>
                </a:lnTo>
                <a:lnTo>
                  <a:pt x="491266" y="469899"/>
                </a:lnTo>
                <a:lnTo>
                  <a:pt x="487896" y="457199"/>
                </a:lnTo>
                <a:lnTo>
                  <a:pt x="487020" y="444499"/>
                </a:lnTo>
                <a:lnTo>
                  <a:pt x="488750" y="431799"/>
                </a:lnTo>
                <a:lnTo>
                  <a:pt x="492968" y="431799"/>
                </a:lnTo>
                <a:lnTo>
                  <a:pt x="499223" y="419099"/>
                </a:lnTo>
                <a:lnTo>
                  <a:pt x="572910" y="419099"/>
                </a:lnTo>
                <a:lnTo>
                  <a:pt x="598731" y="431799"/>
                </a:lnTo>
                <a:lnTo>
                  <a:pt x="621293" y="444499"/>
                </a:lnTo>
                <a:lnTo>
                  <a:pt x="520136" y="444499"/>
                </a:lnTo>
                <a:lnTo>
                  <a:pt x="570936" y="495299"/>
                </a:lnTo>
                <a:lnTo>
                  <a:pt x="578340" y="507999"/>
                </a:lnTo>
                <a:lnTo>
                  <a:pt x="580790" y="520603"/>
                </a:lnTo>
                <a:lnTo>
                  <a:pt x="578340" y="533399"/>
                </a:lnTo>
                <a:lnTo>
                  <a:pt x="570936" y="546099"/>
                </a:lnTo>
                <a:close/>
              </a:path>
              <a:path extrusionOk="0" h="1320800" w="1333500">
                <a:moveTo>
                  <a:pt x="922054" y="469899"/>
                </a:moveTo>
                <a:lnTo>
                  <a:pt x="784892" y="469899"/>
                </a:lnTo>
                <a:lnTo>
                  <a:pt x="872388" y="431799"/>
                </a:lnTo>
                <a:lnTo>
                  <a:pt x="885966" y="431799"/>
                </a:lnTo>
                <a:lnTo>
                  <a:pt x="922054" y="469899"/>
                </a:lnTo>
                <a:close/>
              </a:path>
              <a:path extrusionOk="0" h="1320800" w="1333500">
                <a:moveTo>
                  <a:pt x="894525" y="863599"/>
                </a:moveTo>
                <a:lnTo>
                  <a:pt x="856045" y="863599"/>
                </a:lnTo>
                <a:lnTo>
                  <a:pt x="863994" y="850899"/>
                </a:lnTo>
                <a:lnTo>
                  <a:pt x="866647" y="838199"/>
                </a:lnTo>
                <a:lnTo>
                  <a:pt x="864005" y="825499"/>
                </a:lnTo>
                <a:lnTo>
                  <a:pt x="856073" y="812799"/>
                </a:lnTo>
                <a:lnTo>
                  <a:pt x="625358" y="571499"/>
                </a:lnTo>
                <a:lnTo>
                  <a:pt x="619524" y="571499"/>
                </a:lnTo>
                <a:lnTo>
                  <a:pt x="624280" y="533399"/>
                </a:lnTo>
                <a:lnTo>
                  <a:pt x="621259" y="507999"/>
                </a:lnTo>
                <a:lnTo>
                  <a:pt x="612358" y="495299"/>
                </a:lnTo>
                <a:lnTo>
                  <a:pt x="597898" y="469899"/>
                </a:lnTo>
                <a:lnTo>
                  <a:pt x="581342" y="457199"/>
                </a:lnTo>
                <a:lnTo>
                  <a:pt x="562574" y="457199"/>
                </a:lnTo>
                <a:lnTo>
                  <a:pt x="542277" y="444499"/>
                </a:lnTo>
                <a:lnTo>
                  <a:pt x="621293" y="444499"/>
                </a:lnTo>
                <a:lnTo>
                  <a:pt x="639860" y="469899"/>
                </a:lnTo>
                <a:lnTo>
                  <a:pt x="651941" y="495299"/>
                </a:lnTo>
                <a:lnTo>
                  <a:pt x="657187" y="533399"/>
                </a:lnTo>
                <a:lnTo>
                  <a:pt x="655252" y="558799"/>
                </a:lnTo>
                <a:lnTo>
                  <a:pt x="687579" y="596899"/>
                </a:lnTo>
                <a:lnTo>
                  <a:pt x="724126" y="596899"/>
                </a:lnTo>
                <a:lnTo>
                  <a:pt x="711112" y="609599"/>
                </a:lnTo>
                <a:lnTo>
                  <a:pt x="736526" y="634999"/>
                </a:lnTo>
                <a:lnTo>
                  <a:pt x="785401" y="634999"/>
                </a:lnTo>
                <a:lnTo>
                  <a:pt x="759949" y="660399"/>
                </a:lnTo>
                <a:lnTo>
                  <a:pt x="879495" y="787399"/>
                </a:lnTo>
                <a:lnTo>
                  <a:pt x="888181" y="800099"/>
                </a:lnTo>
                <a:lnTo>
                  <a:pt x="894535" y="812799"/>
                </a:lnTo>
                <a:lnTo>
                  <a:pt x="898438" y="825499"/>
                </a:lnTo>
                <a:lnTo>
                  <a:pt x="899765" y="838199"/>
                </a:lnTo>
                <a:lnTo>
                  <a:pt x="898434" y="850899"/>
                </a:lnTo>
                <a:lnTo>
                  <a:pt x="894525" y="863599"/>
                </a:lnTo>
                <a:close/>
              </a:path>
              <a:path extrusionOk="0" h="1320800" w="1333500">
                <a:moveTo>
                  <a:pt x="724126" y="596899"/>
                </a:moveTo>
                <a:lnTo>
                  <a:pt x="687579" y="596899"/>
                </a:lnTo>
                <a:lnTo>
                  <a:pt x="750076" y="533399"/>
                </a:lnTo>
                <a:lnTo>
                  <a:pt x="780606" y="482599"/>
                </a:lnTo>
                <a:lnTo>
                  <a:pt x="782293" y="469899"/>
                </a:lnTo>
                <a:lnTo>
                  <a:pt x="876066" y="469899"/>
                </a:lnTo>
                <a:lnTo>
                  <a:pt x="806766" y="495299"/>
                </a:lnTo>
                <a:lnTo>
                  <a:pt x="777785" y="546099"/>
                </a:lnTo>
                <a:lnTo>
                  <a:pt x="776181" y="546099"/>
                </a:lnTo>
                <a:lnTo>
                  <a:pt x="724126" y="596899"/>
                </a:lnTo>
                <a:close/>
              </a:path>
              <a:path extrusionOk="0" h="1320800" w="1333500">
                <a:moveTo>
                  <a:pt x="880546" y="571499"/>
                </a:moveTo>
                <a:lnTo>
                  <a:pt x="803641" y="571499"/>
                </a:lnTo>
                <a:lnTo>
                  <a:pt x="853777" y="546099"/>
                </a:lnTo>
                <a:lnTo>
                  <a:pt x="885607" y="469899"/>
                </a:lnTo>
                <a:lnTo>
                  <a:pt x="923492" y="469899"/>
                </a:lnTo>
                <a:lnTo>
                  <a:pt x="881929" y="558799"/>
                </a:lnTo>
                <a:lnTo>
                  <a:pt x="880546" y="571499"/>
                </a:lnTo>
                <a:close/>
              </a:path>
              <a:path extrusionOk="0" h="1320800" w="1333500">
                <a:moveTo>
                  <a:pt x="552200" y="901699"/>
                </a:moveTo>
                <a:lnTo>
                  <a:pt x="480182" y="901699"/>
                </a:lnTo>
                <a:lnTo>
                  <a:pt x="470305" y="888999"/>
                </a:lnTo>
                <a:lnTo>
                  <a:pt x="464221" y="876299"/>
                </a:lnTo>
                <a:lnTo>
                  <a:pt x="450585" y="863599"/>
                </a:lnTo>
                <a:lnTo>
                  <a:pt x="446056" y="838199"/>
                </a:lnTo>
                <a:lnTo>
                  <a:pt x="450637" y="812799"/>
                </a:lnTo>
                <a:lnTo>
                  <a:pt x="464414" y="787399"/>
                </a:lnTo>
                <a:lnTo>
                  <a:pt x="578209" y="673099"/>
                </a:lnTo>
                <a:lnTo>
                  <a:pt x="557082" y="660399"/>
                </a:lnTo>
                <a:lnTo>
                  <a:pt x="497872" y="660399"/>
                </a:lnTo>
                <a:lnTo>
                  <a:pt x="470677" y="647699"/>
                </a:lnTo>
                <a:lnTo>
                  <a:pt x="446854" y="622299"/>
                </a:lnTo>
                <a:lnTo>
                  <a:pt x="429079" y="596899"/>
                </a:lnTo>
                <a:lnTo>
                  <a:pt x="417085" y="571499"/>
                </a:lnTo>
                <a:lnTo>
                  <a:pt x="411272" y="546099"/>
                </a:lnTo>
                <a:lnTo>
                  <a:pt x="412059" y="520603"/>
                </a:lnTo>
                <a:lnTo>
                  <a:pt x="414701" y="507999"/>
                </a:lnTo>
                <a:lnTo>
                  <a:pt x="419654" y="507999"/>
                </a:lnTo>
                <a:lnTo>
                  <a:pt x="426571" y="495299"/>
                </a:lnTo>
                <a:lnTo>
                  <a:pt x="470111" y="495299"/>
                </a:lnTo>
                <a:lnTo>
                  <a:pt x="495263" y="520603"/>
                </a:lnTo>
                <a:lnTo>
                  <a:pt x="445060" y="520603"/>
                </a:lnTo>
                <a:lnTo>
                  <a:pt x="444341" y="546099"/>
                </a:lnTo>
                <a:lnTo>
                  <a:pt x="457282" y="584199"/>
                </a:lnTo>
                <a:lnTo>
                  <a:pt x="489354" y="609599"/>
                </a:lnTo>
                <a:lnTo>
                  <a:pt x="511090" y="622299"/>
                </a:lnTo>
                <a:lnTo>
                  <a:pt x="570992" y="622299"/>
                </a:lnTo>
                <a:lnTo>
                  <a:pt x="644844" y="698499"/>
                </a:lnTo>
                <a:lnTo>
                  <a:pt x="601742" y="698499"/>
                </a:lnTo>
                <a:lnTo>
                  <a:pt x="487920" y="812799"/>
                </a:lnTo>
                <a:lnTo>
                  <a:pt x="481345" y="825499"/>
                </a:lnTo>
                <a:lnTo>
                  <a:pt x="479164" y="838199"/>
                </a:lnTo>
                <a:lnTo>
                  <a:pt x="481375" y="850899"/>
                </a:lnTo>
                <a:lnTo>
                  <a:pt x="487975" y="863599"/>
                </a:lnTo>
                <a:lnTo>
                  <a:pt x="500198" y="876299"/>
                </a:lnTo>
                <a:lnTo>
                  <a:pt x="574319" y="876299"/>
                </a:lnTo>
                <a:lnTo>
                  <a:pt x="562087" y="888999"/>
                </a:lnTo>
                <a:lnTo>
                  <a:pt x="552200" y="901699"/>
                </a:lnTo>
                <a:close/>
              </a:path>
              <a:path extrusionOk="0" h="1320800" w="1333500">
                <a:moveTo>
                  <a:pt x="539742" y="584199"/>
                </a:moveTo>
                <a:lnTo>
                  <a:pt x="502246" y="584199"/>
                </a:lnTo>
                <a:lnTo>
                  <a:pt x="497101" y="571499"/>
                </a:lnTo>
                <a:lnTo>
                  <a:pt x="446232" y="520603"/>
                </a:lnTo>
                <a:lnTo>
                  <a:pt x="495263" y="520603"/>
                </a:lnTo>
                <a:lnTo>
                  <a:pt x="520607" y="546099"/>
                </a:lnTo>
                <a:lnTo>
                  <a:pt x="570936" y="546099"/>
                </a:lnTo>
                <a:lnTo>
                  <a:pt x="544886" y="571499"/>
                </a:lnTo>
                <a:lnTo>
                  <a:pt x="539742" y="584199"/>
                </a:lnTo>
                <a:close/>
              </a:path>
              <a:path extrusionOk="0" h="1320800" w="1333500">
                <a:moveTo>
                  <a:pt x="176236" y="761999"/>
                </a:moveTo>
                <a:lnTo>
                  <a:pt x="0" y="761999"/>
                </a:lnTo>
                <a:lnTo>
                  <a:pt x="0" y="558799"/>
                </a:lnTo>
                <a:lnTo>
                  <a:pt x="176236" y="558799"/>
                </a:lnTo>
                <a:lnTo>
                  <a:pt x="170650" y="571499"/>
                </a:lnTo>
                <a:lnTo>
                  <a:pt x="33184" y="584199"/>
                </a:lnTo>
                <a:lnTo>
                  <a:pt x="33184" y="736599"/>
                </a:lnTo>
                <a:lnTo>
                  <a:pt x="163737" y="749299"/>
                </a:lnTo>
                <a:lnTo>
                  <a:pt x="170650" y="749299"/>
                </a:lnTo>
                <a:lnTo>
                  <a:pt x="176236" y="761999"/>
                </a:lnTo>
                <a:close/>
              </a:path>
              <a:path extrusionOk="0" h="1320800" w="1333500">
                <a:moveTo>
                  <a:pt x="1332904" y="761999"/>
                </a:moveTo>
                <a:lnTo>
                  <a:pt x="1156668" y="761999"/>
                </a:lnTo>
                <a:lnTo>
                  <a:pt x="1162254" y="749299"/>
                </a:lnTo>
                <a:lnTo>
                  <a:pt x="1299692" y="736599"/>
                </a:lnTo>
                <a:lnTo>
                  <a:pt x="1299692" y="584199"/>
                </a:lnTo>
                <a:lnTo>
                  <a:pt x="1169167" y="571499"/>
                </a:lnTo>
                <a:lnTo>
                  <a:pt x="1162254" y="571499"/>
                </a:lnTo>
                <a:lnTo>
                  <a:pt x="1156668" y="558799"/>
                </a:lnTo>
                <a:lnTo>
                  <a:pt x="1332904" y="558799"/>
                </a:lnTo>
                <a:lnTo>
                  <a:pt x="1332904" y="761999"/>
                </a:lnTo>
                <a:close/>
              </a:path>
              <a:path extrusionOk="0" h="1320800" w="1333500">
                <a:moveTo>
                  <a:pt x="785401" y="634999"/>
                </a:moveTo>
                <a:lnTo>
                  <a:pt x="736526" y="634999"/>
                </a:lnTo>
                <a:lnTo>
                  <a:pt x="802673" y="571499"/>
                </a:lnTo>
                <a:lnTo>
                  <a:pt x="878306" y="571499"/>
                </a:lnTo>
                <a:lnTo>
                  <a:pt x="823580" y="596899"/>
                </a:lnTo>
                <a:lnTo>
                  <a:pt x="785401" y="634999"/>
                </a:lnTo>
                <a:close/>
              </a:path>
              <a:path extrusionOk="0" h="1320800" w="1333500">
                <a:moveTo>
                  <a:pt x="574319" y="876299"/>
                </a:moveTo>
                <a:lnTo>
                  <a:pt x="532332" y="876299"/>
                </a:lnTo>
                <a:lnTo>
                  <a:pt x="538471" y="863599"/>
                </a:lnTo>
                <a:lnTo>
                  <a:pt x="648698" y="749299"/>
                </a:lnTo>
                <a:lnTo>
                  <a:pt x="601742" y="698499"/>
                </a:lnTo>
                <a:lnTo>
                  <a:pt x="644844" y="698499"/>
                </a:lnTo>
                <a:lnTo>
                  <a:pt x="718697" y="774699"/>
                </a:lnTo>
                <a:lnTo>
                  <a:pt x="672176" y="774699"/>
                </a:lnTo>
                <a:lnTo>
                  <a:pt x="574319" y="876299"/>
                </a:lnTo>
                <a:close/>
              </a:path>
              <a:path extrusionOk="0" h="1320800" w="1333500">
                <a:moveTo>
                  <a:pt x="273273" y="1206499"/>
                </a:moveTo>
                <a:lnTo>
                  <a:pt x="263981" y="1206499"/>
                </a:lnTo>
                <a:lnTo>
                  <a:pt x="126432" y="1066799"/>
                </a:lnTo>
                <a:lnTo>
                  <a:pt x="125796" y="1054099"/>
                </a:lnTo>
                <a:lnTo>
                  <a:pt x="212324" y="939799"/>
                </a:lnTo>
                <a:lnTo>
                  <a:pt x="191534" y="901699"/>
                </a:lnTo>
                <a:lnTo>
                  <a:pt x="173827" y="863599"/>
                </a:lnTo>
                <a:lnTo>
                  <a:pt x="159246" y="825499"/>
                </a:lnTo>
                <a:lnTo>
                  <a:pt x="147836" y="787399"/>
                </a:lnTo>
                <a:lnTo>
                  <a:pt x="14352" y="761999"/>
                </a:lnTo>
                <a:lnTo>
                  <a:pt x="177702" y="761999"/>
                </a:lnTo>
                <a:lnTo>
                  <a:pt x="189151" y="812799"/>
                </a:lnTo>
                <a:lnTo>
                  <a:pt x="204460" y="850899"/>
                </a:lnTo>
                <a:lnTo>
                  <a:pt x="223570" y="888999"/>
                </a:lnTo>
                <a:lnTo>
                  <a:pt x="246421" y="927099"/>
                </a:lnTo>
                <a:lnTo>
                  <a:pt x="250209" y="939799"/>
                </a:lnTo>
                <a:lnTo>
                  <a:pt x="249933" y="939799"/>
                </a:lnTo>
                <a:lnTo>
                  <a:pt x="165976" y="1054099"/>
                </a:lnTo>
                <a:lnTo>
                  <a:pt x="271337" y="1155699"/>
                </a:lnTo>
                <a:lnTo>
                  <a:pt x="338393" y="1155699"/>
                </a:lnTo>
                <a:lnTo>
                  <a:pt x="273273" y="1206499"/>
                </a:lnTo>
                <a:close/>
              </a:path>
              <a:path extrusionOk="0" h="1320800" w="1333500">
                <a:moveTo>
                  <a:pt x="1118940" y="1155699"/>
                </a:moveTo>
                <a:lnTo>
                  <a:pt x="1061567" y="1155699"/>
                </a:lnTo>
                <a:lnTo>
                  <a:pt x="1166927" y="1054099"/>
                </a:lnTo>
                <a:lnTo>
                  <a:pt x="1082998" y="939799"/>
                </a:lnTo>
                <a:lnTo>
                  <a:pt x="1082722" y="939799"/>
                </a:lnTo>
                <a:lnTo>
                  <a:pt x="1086510" y="927099"/>
                </a:lnTo>
                <a:lnTo>
                  <a:pt x="1109345" y="888999"/>
                </a:lnTo>
                <a:lnTo>
                  <a:pt x="1128447" y="850899"/>
                </a:lnTo>
                <a:lnTo>
                  <a:pt x="1143753" y="812799"/>
                </a:lnTo>
                <a:lnTo>
                  <a:pt x="1155202" y="761999"/>
                </a:lnTo>
                <a:lnTo>
                  <a:pt x="1326765" y="761999"/>
                </a:lnTo>
                <a:lnTo>
                  <a:pt x="1185068" y="787399"/>
                </a:lnTo>
                <a:lnTo>
                  <a:pt x="1173674" y="825499"/>
                </a:lnTo>
                <a:lnTo>
                  <a:pt x="1159101" y="863599"/>
                </a:lnTo>
                <a:lnTo>
                  <a:pt x="1141397" y="901699"/>
                </a:lnTo>
                <a:lnTo>
                  <a:pt x="1120607" y="939799"/>
                </a:lnTo>
                <a:lnTo>
                  <a:pt x="1207108" y="1054099"/>
                </a:lnTo>
                <a:lnTo>
                  <a:pt x="1206472" y="1066799"/>
                </a:lnTo>
                <a:lnTo>
                  <a:pt x="1118940" y="1155699"/>
                </a:lnTo>
                <a:close/>
              </a:path>
              <a:path extrusionOk="0" h="1320800" w="1333500">
                <a:moveTo>
                  <a:pt x="857041" y="901699"/>
                </a:moveTo>
                <a:lnTo>
                  <a:pt x="803835" y="901699"/>
                </a:lnTo>
                <a:lnTo>
                  <a:pt x="791939" y="888999"/>
                </a:lnTo>
                <a:lnTo>
                  <a:pt x="781380" y="876299"/>
                </a:lnTo>
                <a:lnTo>
                  <a:pt x="672176" y="774699"/>
                </a:lnTo>
                <a:lnTo>
                  <a:pt x="718697" y="774699"/>
                </a:lnTo>
                <a:lnTo>
                  <a:pt x="804858" y="863599"/>
                </a:lnTo>
                <a:lnTo>
                  <a:pt x="894525" y="863599"/>
                </a:lnTo>
                <a:lnTo>
                  <a:pt x="888169" y="876299"/>
                </a:lnTo>
                <a:lnTo>
                  <a:pt x="879495" y="876299"/>
                </a:lnTo>
                <a:lnTo>
                  <a:pt x="868937" y="888999"/>
                </a:lnTo>
                <a:lnTo>
                  <a:pt x="857041" y="901699"/>
                </a:lnTo>
                <a:close/>
              </a:path>
              <a:path extrusionOk="0" h="1320800" w="1333500">
                <a:moveTo>
                  <a:pt x="338393" y="1155699"/>
                </a:moveTo>
                <a:lnTo>
                  <a:pt x="271337" y="1155699"/>
                </a:lnTo>
                <a:lnTo>
                  <a:pt x="381924" y="1079499"/>
                </a:lnTo>
                <a:lnTo>
                  <a:pt x="395391" y="1079499"/>
                </a:lnTo>
                <a:lnTo>
                  <a:pt x="434442" y="1104899"/>
                </a:lnTo>
                <a:lnTo>
                  <a:pt x="475175" y="1117599"/>
                </a:lnTo>
                <a:lnTo>
                  <a:pt x="387233" y="1117599"/>
                </a:lnTo>
                <a:lnTo>
                  <a:pt x="338393" y="1155699"/>
                </a:lnTo>
                <a:close/>
              </a:path>
              <a:path extrusionOk="0" h="1320800" w="1333500">
                <a:moveTo>
                  <a:pt x="773668" y="1295399"/>
                </a:moveTo>
                <a:lnTo>
                  <a:pt x="740951" y="1295399"/>
                </a:lnTo>
                <a:lnTo>
                  <a:pt x="758815" y="1168399"/>
                </a:lnTo>
                <a:lnTo>
                  <a:pt x="759783" y="1155699"/>
                </a:lnTo>
                <a:lnTo>
                  <a:pt x="764954" y="1155699"/>
                </a:lnTo>
                <a:lnTo>
                  <a:pt x="771785" y="1142999"/>
                </a:lnTo>
                <a:lnTo>
                  <a:pt x="815440" y="1142999"/>
                </a:lnTo>
                <a:lnTo>
                  <a:pt x="857708" y="1117599"/>
                </a:lnTo>
                <a:lnTo>
                  <a:pt x="898446" y="1104899"/>
                </a:lnTo>
                <a:lnTo>
                  <a:pt x="937513" y="1079499"/>
                </a:lnTo>
                <a:lnTo>
                  <a:pt x="951008" y="1079499"/>
                </a:lnTo>
                <a:lnTo>
                  <a:pt x="1006287" y="1117599"/>
                </a:lnTo>
                <a:lnTo>
                  <a:pt x="945643" y="1117599"/>
                </a:lnTo>
                <a:lnTo>
                  <a:pt x="908711" y="1130299"/>
                </a:lnTo>
                <a:lnTo>
                  <a:pt x="870411" y="1155699"/>
                </a:lnTo>
                <a:lnTo>
                  <a:pt x="790119" y="1181099"/>
                </a:lnTo>
                <a:lnTo>
                  <a:pt x="773668" y="1295399"/>
                </a:lnTo>
                <a:close/>
              </a:path>
              <a:path extrusionOk="0" h="1320800" w="1333500">
                <a:moveTo>
                  <a:pt x="770734" y="1320799"/>
                </a:moveTo>
                <a:lnTo>
                  <a:pt x="562170" y="1320799"/>
                </a:lnTo>
                <a:lnTo>
                  <a:pt x="542757" y="1181099"/>
                </a:lnTo>
                <a:lnTo>
                  <a:pt x="462465" y="1155699"/>
                </a:lnTo>
                <a:lnTo>
                  <a:pt x="424165" y="1130299"/>
                </a:lnTo>
                <a:lnTo>
                  <a:pt x="387233" y="1117599"/>
                </a:lnTo>
                <a:lnTo>
                  <a:pt x="475175" y="1117599"/>
                </a:lnTo>
                <a:lnTo>
                  <a:pt x="517448" y="1142999"/>
                </a:lnTo>
                <a:lnTo>
                  <a:pt x="561119" y="1142999"/>
                </a:lnTo>
                <a:lnTo>
                  <a:pt x="567950" y="1155699"/>
                </a:lnTo>
                <a:lnTo>
                  <a:pt x="573148" y="1155699"/>
                </a:lnTo>
                <a:lnTo>
                  <a:pt x="591953" y="1295399"/>
                </a:lnTo>
                <a:lnTo>
                  <a:pt x="773668" y="1295399"/>
                </a:lnTo>
                <a:lnTo>
                  <a:pt x="771840" y="1308099"/>
                </a:lnTo>
                <a:lnTo>
                  <a:pt x="770734" y="1320799"/>
                </a:lnTo>
                <a:close/>
              </a:path>
              <a:path extrusionOk="0" h="1320800" w="1333500">
                <a:moveTo>
                  <a:pt x="1068923" y="1206499"/>
                </a:moveTo>
                <a:lnTo>
                  <a:pt x="1059631" y="1206499"/>
                </a:lnTo>
                <a:lnTo>
                  <a:pt x="945643" y="1117599"/>
                </a:lnTo>
                <a:lnTo>
                  <a:pt x="1006287" y="1117599"/>
                </a:lnTo>
                <a:lnTo>
                  <a:pt x="1061567" y="1155699"/>
                </a:lnTo>
                <a:lnTo>
                  <a:pt x="1118940" y="1155699"/>
                </a:lnTo>
                <a:lnTo>
                  <a:pt x="1068923" y="1206499"/>
                </a:lnTo>
                <a:close/>
              </a:path>
            </a:pathLst>
          </a:custGeom>
          <a:solidFill>
            <a:srgbClr val="3372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675">
            <a:spAutoFit/>
          </a:bodyPr>
          <a:lstStyle/>
          <a:p>
            <a:pPr indent="0" lvl="0" marL="1809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2A1"/>
              </a:buClr>
              <a:buSzPts val="5000"/>
              <a:buFont typeface="Verdana"/>
              <a:buNone/>
            </a:pPr>
            <a:r>
              <a:rPr b="0" lang="en-US" sz="5000" u="none" strike="noStrike">
                <a:solidFill>
                  <a:srgbClr val="3372A1"/>
                </a:solidFill>
                <a:latin typeface="Verdana"/>
                <a:ea typeface="Verdana"/>
                <a:cs typeface="Verdana"/>
                <a:sym typeface="Verdana"/>
              </a:rPr>
              <a:t>TOOLS</a:t>
            </a:r>
            <a:endParaRPr b="0" sz="5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09000" rtl="0" algn="l">
              <a:lnSpc>
                <a:spcPct val="100000"/>
              </a:lnSpc>
              <a:spcBef>
                <a:spcPts val="26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Verdana"/>
              <a:buNone/>
            </a:pPr>
            <a:r>
              <a:rPr b="0" lang="en-US" sz="300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TECHNOLOGIES USED IN THE DEVELOPMENT PROCESS</a:t>
            </a:r>
            <a:endParaRPr b="0" sz="3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915" y="3823948"/>
            <a:ext cx="1476000" cy="14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0425" y="3400962"/>
            <a:ext cx="2085376" cy="20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1438925" y="5780238"/>
            <a:ext cx="20853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PYTHON</a:t>
            </a:r>
            <a:endParaRPr b="1" sz="2500"/>
          </a:p>
        </p:txBody>
      </p:sp>
      <p:sp>
        <p:nvSpPr>
          <p:cNvPr id="184" name="Google Shape;184;p17"/>
          <p:cNvSpPr txBox="1"/>
          <p:nvPr/>
        </p:nvSpPr>
        <p:spPr>
          <a:xfrm>
            <a:off x="7203675" y="5780238"/>
            <a:ext cx="20853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JSON</a:t>
            </a:r>
            <a:endParaRPr b="1" sz="2500"/>
          </a:p>
        </p:txBody>
      </p:sp>
      <p:pic>
        <p:nvPicPr>
          <p:cNvPr id="185" name="Google Shape;1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58599" y="4072575"/>
            <a:ext cx="4751778" cy="132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13878175" y="5610738"/>
            <a:ext cx="20853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STREAMLIT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1015920" y="880920"/>
            <a:ext cx="13315200" cy="22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914400" y="2406960"/>
            <a:ext cx="16458900" cy="59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18" title="Captura de tela 2026-09-22 0214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2425" y="-187025"/>
            <a:ext cx="19312128" cy="1189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title="streamlit-main-2026-09-22-02-07-4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7038" y="3363800"/>
            <a:ext cx="9473184" cy="62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1015920" y="880920"/>
            <a:ext cx="13315320" cy="22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875">
            <a:spAutoFit/>
          </a:bodyPr>
          <a:lstStyle/>
          <a:p>
            <a:pPr indent="0" lvl="0" marL="203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2A1"/>
              </a:buClr>
              <a:buSzPts val="5000"/>
              <a:buFont typeface="Verdana"/>
              <a:buNone/>
            </a:pPr>
            <a:r>
              <a:rPr b="0" lang="en-US" sz="5000" u="none" strike="noStrike">
                <a:solidFill>
                  <a:srgbClr val="3372A1"/>
                </a:solidFill>
                <a:latin typeface="Verdana"/>
                <a:ea typeface="Verdana"/>
                <a:cs typeface="Verdana"/>
                <a:sym typeface="Verdana"/>
              </a:rPr>
              <a:t>RESULTS</a:t>
            </a:r>
            <a:endParaRPr b="0" sz="5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03040" rtl="0" algn="l">
              <a:lnSpc>
                <a:spcPct val="100000"/>
              </a:lnSpc>
              <a:spcBef>
                <a:spcPts val="26"/>
              </a:spcBef>
              <a:spcAft>
                <a:spcPts val="0"/>
              </a:spcAft>
              <a:buClr>
                <a:srgbClr val="535353"/>
              </a:buClr>
              <a:buSzPts val="3000"/>
              <a:buFont typeface="Verdana"/>
              <a:buNone/>
            </a:pPr>
            <a:r>
              <a:rPr b="0" lang="en-US" sz="3000" u="none" strike="noStrike">
                <a:solidFill>
                  <a:srgbClr val="535353"/>
                </a:solidFill>
                <a:latin typeface="Verdana"/>
                <a:ea typeface="Verdana"/>
                <a:cs typeface="Verdana"/>
                <a:sym typeface="Verdana"/>
              </a:rPr>
              <a:t>CONCLUSIONS AND EXPECTED CONTRIBUTIONS</a:t>
            </a:r>
            <a:endParaRPr b="0" sz="3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19"/>
          <p:cNvGrpSpPr/>
          <p:nvPr/>
        </p:nvGrpSpPr>
        <p:grpSpPr>
          <a:xfrm>
            <a:off x="7170840" y="4122720"/>
            <a:ext cx="437760" cy="437760"/>
            <a:chOff x="7170840" y="4122720"/>
            <a:chExt cx="437760" cy="437760"/>
          </a:xfrm>
        </p:grpSpPr>
        <p:sp>
          <p:nvSpPr>
            <p:cNvPr id="201" name="Google Shape;201;p19"/>
            <p:cNvSpPr/>
            <p:nvPr/>
          </p:nvSpPr>
          <p:spPr>
            <a:xfrm>
              <a:off x="7170840" y="412272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2" name="Google Shape;20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78480" y="426636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520" y="4539960"/>
            <a:ext cx="230040" cy="16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5280" y="5300280"/>
            <a:ext cx="152280" cy="21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2440" y="5283720"/>
            <a:ext cx="159480" cy="22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19"/>
          <p:cNvGrpSpPr/>
          <p:nvPr/>
        </p:nvGrpSpPr>
        <p:grpSpPr>
          <a:xfrm>
            <a:off x="7170840" y="5766840"/>
            <a:ext cx="437760" cy="437760"/>
            <a:chOff x="7170840" y="5766840"/>
            <a:chExt cx="437760" cy="437760"/>
          </a:xfrm>
        </p:grpSpPr>
        <p:sp>
          <p:nvSpPr>
            <p:cNvPr id="207" name="Google Shape;207;p19"/>
            <p:cNvSpPr/>
            <p:nvPr/>
          </p:nvSpPr>
          <p:spPr>
            <a:xfrm>
              <a:off x="7170840" y="576684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8" name="Google Shape;20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78480" y="591048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9" name="Google Shape;20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7800" y="6401520"/>
            <a:ext cx="147240" cy="19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98120" y="7209360"/>
            <a:ext cx="192240" cy="143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6840" y="7209360"/>
            <a:ext cx="198720" cy="143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19"/>
          <p:cNvGrpSpPr/>
          <p:nvPr/>
        </p:nvGrpSpPr>
        <p:grpSpPr>
          <a:xfrm>
            <a:off x="2404440" y="4212000"/>
            <a:ext cx="3478680" cy="3478680"/>
            <a:chOff x="2404440" y="4212000"/>
            <a:chExt cx="3478680" cy="3478680"/>
          </a:xfrm>
        </p:grpSpPr>
        <p:pic>
          <p:nvPicPr>
            <p:cNvPr id="213" name="Google Shape;213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96760" y="6399000"/>
              <a:ext cx="152280" cy="214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98640" y="4646520"/>
              <a:ext cx="2645640" cy="2649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575240" y="4537440"/>
              <a:ext cx="236520" cy="163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9"/>
            <p:cNvSpPr/>
            <p:nvPr/>
          </p:nvSpPr>
          <p:spPr>
            <a:xfrm>
              <a:off x="2404440" y="4212000"/>
              <a:ext cx="3478680" cy="3478680"/>
            </a:xfrm>
            <a:custGeom>
              <a:rect b="b" l="l" r="r" t="t"/>
              <a:pathLst>
                <a:path extrusionOk="0" h="3479165" w="3479165">
                  <a:moveTo>
                    <a:pt x="603643" y="1698053"/>
                  </a:moveTo>
                  <a:lnTo>
                    <a:pt x="583476" y="1631302"/>
                  </a:lnTo>
                  <a:lnTo>
                    <a:pt x="531926" y="1587906"/>
                  </a:lnTo>
                  <a:lnTo>
                    <a:pt x="487984" y="1577708"/>
                  </a:lnTo>
                  <a:lnTo>
                    <a:pt x="487984" y="1697837"/>
                  </a:lnTo>
                  <a:lnTo>
                    <a:pt x="487984" y="1705229"/>
                  </a:lnTo>
                  <a:lnTo>
                    <a:pt x="483908" y="1712112"/>
                  </a:lnTo>
                  <a:lnTo>
                    <a:pt x="407809" y="1785480"/>
                  </a:lnTo>
                  <a:lnTo>
                    <a:pt x="405091" y="1788198"/>
                  </a:lnTo>
                  <a:lnTo>
                    <a:pt x="402374" y="1793633"/>
                  </a:lnTo>
                  <a:lnTo>
                    <a:pt x="402374" y="1799069"/>
                  </a:lnTo>
                  <a:lnTo>
                    <a:pt x="421398" y="1902345"/>
                  </a:lnTo>
                  <a:lnTo>
                    <a:pt x="424116" y="1913204"/>
                  </a:lnTo>
                  <a:lnTo>
                    <a:pt x="415963" y="1918639"/>
                  </a:lnTo>
                  <a:lnTo>
                    <a:pt x="402374" y="1918639"/>
                  </a:lnTo>
                  <a:lnTo>
                    <a:pt x="402374" y="1915922"/>
                  </a:lnTo>
                  <a:lnTo>
                    <a:pt x="307263" y="1867014"/>
                  </a:lnTo>
                  <a:lnTo>
                    <a:pt x="304546" y="1867014"/>
                  </a:lnTo>
                  <a:lnTo>
                    <a:pt x="301828" y="1864296"/>
                  </a:lnTo>
                  <a:lnTo>
                    <a:pt x="296392" y="1864296"/>
                  </a:lnTo>
                  <a:lnTo>
                    <a:pt x="296392" y="1867014"/>
                  </a:lnTo>
                  <a:lnTo>
                    <a:pt x="201269" y="1915922"/>
                  </a:lnTo>
                  <a:lnTo>
                    <a:pt x="198551" y="1915922"/>
                  </a:lnTo>
                  <a:lnTo>
                    <a:pt x="195834" y="1918639"/>
                  </a:lnTo>
                  <a:lnTo>
                    <a:pt x="187680" y="1918639"/>
                  </a:lnTo>
                  <a:lnTo>
                    <a:pt x="179527" y="1910486"/>
                  </a:lnTo>
                  <a:lnTo>
                    <a:pt x="182245" y="1902345"/>
                  </a:lnTo>
                  <a:lnTo>
                    <a:pt x="201269" y="1799069"/>
                  </a:lnTo>
                  <a:lnTo>
                    <a:pt x="201269" y="1788198"/>
                  </a:lnTo>
                  <a:lnTo>
                    <a:pt x="195834" y="1785480"/>
                  </a:lnTo>
                  <a:lnTo>
                    <a:pt x="114312" y="1712112"/>
                  </a:lnTo>
                  <a:lnTo>
                    <a:pt x="109080" y="1704797"/>
                  </a:lnTo>
                  <a:lnTo>
                    <a:pt x="109181" y="1698053"/>
                  </a:lnTo>
                  <a:lnTo>
                    <a:pt x="109207" y="1696478"/>
                  </a:lnTo>
                  <a:lnTo>
                    <a:pt x="113919" y="1689176"/>
                  </a:lnTo>
                  <a:lnTo>
                    <a:pt x="122466" y="1684934"/>
                  </a:lnTo>
                  <a:lnTo>
                    <a:pt x="228447" y="1668627"/>
                  </a:lnTo>
                  <a:lnTo>
                    <a:pt x="233883" y="1668627"/>
                  </a:lnTo>
                  <a:lnTo>
                    <a:pt x="236601" y="1665909"/>
                  </a:lnTo>
                  <a:lnTo>
                    <a:pt x="239318" y="1660474"/>
                  </a:lnTo>
                  <a:lnTo>
                    <a:pt x="285521" y="1565351"/>
                  </a:lnTo>
                  <a:lnTo>
                    <a:pt x="288239" y="1559915"/>
                  </a:lnTo>
                  <a:lnTo>
                    <a:pt x="293674" y="1557197"/>
                  </a:lnTo>
                  <a:lnTo>
                    <a:pt x="299110" y="1557197"/>
                  </a:lnTo>
                  <a:lnTo>
                    <a:pt x="309981" y="1562633"/>
                  </a:lnTo>
                  <a:lnTo>
                    <a:pt x="312699" y="1568069"/>
                  </a:lnTo>
                  <a:lnTo>
                    <a:pt x="358889" y="1663192"/>
                  </a:lnTo>
                  <a:lnTo>
                    <a:pt x="361607" y="1668627"/>
                  </a:lnTo>
                  <a:lnTo>
                    <a:pt x="364324" y="1671345"/>
                  </a:lnTo>
                  <a:lnTo>
                    <a:pt x="369760" y="1671345"/>
                  </a:lnTo>
                  <a:lnTo>
                    <a:pt x="475754" y="1687652"/>
                  </a:lnTo>
                  <a:lnTo>
                    <a:pt x="483908" y="1691474"/>
                  </a:lnTo>
                  <a:lnTo>
                    <a:pt x="487984" y="1697837"/>
                  </a:lnTo>
                  <a:lnTo>
                    <a:pt x="487984" y="1577708"/>
                  </a:lnTo>
                  <a:lnTo>
                    <a:pt x="434987" y="1570786"/>
                  </a:lnTo>
                  <a:lnTo>
                    <a:pt x="428548" y="1557197"/>
                  </a:lnTo>
                  <a:lnTo>
                    <a:pt x="410527" y="1519148"/>
                  </a:lnTo>
                  <a:lnTo>
                    <a:pt x="390829" y="1491335"/>
                  </a:lnTo>
                  <a:lnTo>
                    <a:pt x="365010" y="1469898"/>
                  </a:lnTo>
                  <a:lnTo>
                    <a:pt x="334098" y="1456093"/>
                  </a:lnTo>
                  <a:lnTo>
                    <a:pt x="299110" y="1451216"/>
                  </a:lnTo>
                  <a:lnTo>
                    <a:pt x="264121" y="1456093"/>
                  </a:lnTo>
                  <a:lnTo>
                    <a:pt x="233197" y="1469898"/>
                  </a:lnTo>
                  <a:lnTo>
                    <a:pt x="207391" y="1491335"/>
                  </a:lnTo>
                  <a:lnTo>
                    <a:pt x="187680" y="1519148"/>
                  </a:lnTo>
                  <a:lnTo>
                    <a:pt x="163220" y="1570786"/>
                  </a:lnTo>
                  <a:lnTo>
                    <a:pt x="106159" y="1578940"/>
                  </a:lnTo>
                  <a:lnTo>
                    <a:pt x="43649" y="1605775"/>
                  </a:lnTo>
                  <a:lnTo>
                    <a:pt x="5600" y="1663192"/>
                  </a:lnTo>
                  <a:lnTo>
                    <a:pt x="0" y="1698053"/>
                  </a:lnTo>
                  <a:lnTo>
                    <a:pt x="3568" y="1732153"/>
                  </a:lnTo>
                  <a:lnTo>
                    <a:pt x="16306" y="1763699"/>
                  </a:lnTo>
                  <a:lnTo>
                    <a:pt x="38214" y="1790915"/>
                  </a:lnTo>
                  <a:lnTo>
                    <a:pt x="78981" y="1828965"/>
                  </a:lnTo>
                  <a:lnTo>
                    <a:pt x="70827" y="1883321"/>
                  </a:lnTo>
                  <a:lnTo>
                    <a:pt x="69342" y="1910105"/>
                  </a:lnTo>
                  <a:lnTo>
                    <a:pt x="69392" y="1910486"/>
                  </a:lnTo>
                  <a:lnTo>
                    <a:pt x="73202" y="1936648"/>
                  </a:lnTo>
                  <a:lnTo>
                    <a:pt x="98005" y="1983867"/>
                  </a:lnTo>
                  <a:lnTo>
                    <a:pt x="140462" y="2015794"/>
                  </a:lnTo>
                  <a:lnTo>
                    <a:pt x="193116" y="2027351"/>
                  </a:lnTo>
                  <a:lnTo>
                    <a:pt x="207391" y="2026373"/>
                  </a:lnTo>
                  <a:lnTo>
                    <a:pt x="221653" y="2023618"/>
                  </a:lnTo>
                  <a:lnTo>
                    <a:pt x="235915" y="2019325"/>
                  </a:lnTo>
                  <a:lnTo>
                    <a:pt x="250190" y="2013762"/>
                  </a:lnTo>
                  <a:lnTo>
                    <a:pt x="301828" y="1986584"/>
                  </a:lnTo>
                  <a:lnTo>
                    <a:pt x="353453" y="2013762"/>
                  </a:lnTo>
                  <a:lnTo>
                    <a:pt x="366585" y="2019325"/>
                  </a:lnTo>
                  <a:lnTo>
                    <a:pt x="380974" y="2023618"/>
                  </a:lnTo>
                  <a:lnTo>
                    <a:pt x="395884" y="2026373"/>
                  </a:lnTo>
                  <a:lnTo>
                    <a:pt x="410527" y="2027351"/>
                  </a:lnTo>
                  <a:lnTo>
                    <a:pt x="436854" y="2024380"/>
                  </a:lnTo>
                  <a:lnTo>
                    <a:pt x="462165" y="2015794"/>
                  </a:lnTo>
                  <a:lnTo>
                    <a:pt x="485432" y="2002129"/>
                  </a:lnTo>
                  <a:lnTo>
                    <a:pt x="502640" y="1986584"/>
                  </a:lnTo>
                  <a:lnTo>
                    <a:pt x="505650" y="1983867"/>
                  </a:lnTo>
                  <a:lnTo>
                    <a:pt x="520979" y="1961654"/>
                  </a:lnTo>
                  <a:lnTo>
                    <a:pt x="530440" y="1936648"/>
                  </a:lnTo>
                  <a:lnTo>
                    <a:pt x="533069" y="1918639"/>
                  </a:lnTo>
                  <a:lnTo>
                    <a:pt x="534301" y="1910105"/>
                  </a:lnTo>
                  <a:lnTo>
                    <a:pt x="532815" y="1883321"/>
                  </a:lnTo>
                  <a:lnTo>
                    <a:pt x="524662" y="1828965"/>
                  </a:lnTo>
                  <a:lnTo>
                    <a:pt x="565429" y="1790915"/>
                  </a:lnTo>
                  <a:lnTo>
                    <a:pt x="587349" y="1763699"/>
                  </a:lnTo>
                  <a:lnTo>
                    <a:pt x="600087" y="1732153"/>
                  </a:lnTo>
                  <a:lnTo>
                    <a:pt x="603643" y="1698053"/>
                  </a:lnTo>
                  <a:close/>
                </a:path>
                <a:path extrusionOk="0" h="3479165" w="3479165">
                  <a:moveTo>
                    <a:pt x="2038642" y="3149257"/>
                  </a:moveTo>
                  <a:lnTo>
                    <a:pt x="2038604" y="3149054"/>
                  </a:lnTo>
                  <a:lnTo>
                    <a:pt x="2032952" y="3114395"/>
                  </a:lnTo>
                  <a:lnTo>
                    <a:pt x="2018385" y="3082506"/>
                  </a:lnTo>
                  <a:lnTo>
                    <a:pt x="1995919" y="3056991"/>
                  </a:lnTo>
                  <a:lnTo>
                    <a:pt x="1966836" y="3039110"/>
                  </a:lnTo>
                  <a:lnTo>
                    <a:pt x="1932393" y="3030156"/>
                  </a:lnTo>
                  <a:lnTo>
                    <a:pt x="1930019" y="3029826"/>
                  </a:lnTo>
                  <a:lnTo>
                    <a:pt x="1930019" y="3149054"/>
                  </a:lnTo>
                  <a:lnTo>
                    <a:pt x="1930006" y="3149257"/>
                  </a:lnTo>
                  <a:lnTo>
                    <a:pt x="1929549" y="3156432"/>
                  </a:lnTo>
                  <a:lnTo>
                    <a:pt x="1924240" y="3163316"/>
                  </a:lnTo>
                  <a:lnTo>
                    <a:pt x="1848154" y="3236696"/>
                  </a:lnTo>
                  <a:lnTo>
                    <a:pt x="1845437" y="3239414"/>
                  </a:lnTo>
                  <a:lnTo>
                    <a:pt x="1842719" y="3244850"/>
                  </a:lnTo>
                  <a:lnTo>
                    <a:pt x="1842719" y="3250285"/>
                  </a:lnTo>
                  <a:lnTo>
                    <a:pt x="1861743" y="3353549"/>
                  </a:lnTo>
                  <a:lnTo>
                    <a:pt x="1864461" y="3364420"/>
                  </a:lnTo>
                  <a:lnTo>
                    <a:pt x="1856308" y="3369856"/>
                  </a:lnTo>
                  <a:lnTo>
                    <a:pt x="1842719" y="3369856"/>
                  </a:lnTo>
                  <a:lnTo>
                    <a:pt x="1842719" y="3367138"/>
                  </a:lnTo>
                  <a:lnTo>
                    <a:pt x="1747596" y="3318218"/>
                  </a:lnTo>
                  <a:lnTo>
                    <a:pt x="1744878" y="3318218"/>
                  </a:lnTo>
                  <a:lnTo>
                    <a:pt x="1742160" y="3315500"/>
                  </a:lnTo>
                  <a:lnTo>
                    <a:pt x="1736725" y="3315500"/>
                  </a:lnTo>
                  <a:lnTo>
                    <a:pt x="1736725" y="3318218"/>
                  </a:lnTo>
                  <a:lnTo>
                    <a:pt x="1641614" y="3367138"/>
                  </a:lnTo>
                  <a:lnTo>
                    <a:pt x="1638896" y="3367138"/>
                  </a:lnTo>
                  <a:lnTo>
                    <a:pt x="1636179" y="3369856"/>
                  </a:lnTo>
                  <a:lnTo>
                    <a:pt x="1628025" y="3369856"/>
                  </a:lnTo>
                  <a:lnTo>
                    <a:pt x="1619872" y="3361702"/>
                  </a:lnTo>
                  <a:lnTo>
                    <a:pt x="1622590" y="3353549"/>
                  </a:lnTo>
                  <a:lnTo>
                    <a:pt x="1641614" y="3250285"/>
                  </a:lnTo>
                  <a:lnTo>
                    <a:pt x="1641614" y="3239414"/>
                  </a:lnTo>
                  <a:lnTo>
                    <a:pt x="1636179" y="3236696"/>
                  </a:lnTo>
                  <a:lnTo>
                    <a:pt x="1560080" y="3163316"/>
                  </a:lnTo>
                  <a:lnTo>
                    <a:pt x="1556004" y="3156051"/>
                  </a:lnTo>
                  <a:lnTo>
                    <a:pt x="1556004" y="3148025"/>
                  </a:lnTo>
                  <a:lnTo>
                    <a:pt x="1560080" y="3141535"/>
                  </a:lnTo>
                  <a:lnTo>
                    <a:pt x="1568234" y="3138855"/>
                  </a:lnTo>
                  <a:lnTo>
                    <a:pt x="1674228" y="3122549"/>
                  </a:lnTo>
                  <a:lnTo>
                    <a:pt x="1679663" y="3122549"/>
                  </a:lnTo>
                  <a:lnTo>
                    <a:pt x="1682381" y="3119831"/>
                  </a:lnTo>
                  <a:lnTo>
                    <a:pt x="1685099" y="3114395"/>
                  </a:lnTo>
                  <a:lnTo>
                    <a:pt x="1731289" y="3019285"/>
                  </a:lnTo>
                  <a:lnTo>
                    <a:pt x="1734007" y="3013849"/>
                  </a:lnTo>
                  <a:lnTo>
                    <a:pt x="1739442" y="3011132"/>
                  </a:lnTo>
                  <a:lnTo>
                    <a:pt x="1750314" y="3011132"/>
                  </a:lnTo>
                  <a:lnTo>
                    <a:pt x="1755749" y="3013849"/>
                  </a:lnTo>
                  <a:lnTo>
                    <a:pt x="1758467" y="3019285"/>
                  </a:lnTo>
                  <a:lnTo>
                    <a:pt x="1804670" y="3114395"/>
                  </a:lnTo>
                  <a:lnTo>
                    <a:pt x="1807387" y="3119831"/>
                  </a:lnTo>
                  <a:lnTo>
                    <a:pt x="1810105" y="3122549"/>
                  </a:lnTo>
                  <a:lnTo>
                    <a:pt x="1815541" y="3122549"/>
                  </a:lnTo>
                  <a:lnTo>
                    <a:pt x="1921522" y="3138855"/>
                  </a:lnTo>
                  <a:lnTo>
                    <a:pt x="1926920" y="3142678"/>
                  </a:lnTo>
                  <a:lnTo>
                    <a:pt x="1930019" y="3149054"/>
                  </a:lnTo>
                  <a:lnTo>
                    <a:pt x="1930019" y="3029826"/>
                  </a:lnTo>
                  <a:lnTo>
                    <a:pt x="1875332" y="3022003"/>
                  </a:lnTo>
                  <a:lnTo>
                    <a:pt x="1870176" y="3011132"/>
                  </a:lnTo>
                  <a:lnTo>
                    <a:pt x="1850872" y="2970365"/>
                  </a:lnTo>
                  <a:lnTo>
                    <a:pt x="1831162" y="2942552"/>
                  </a:lnTo>
                  <a:lnTo>
                    <a:pt x="1805355" y="2921114"/>
                  </a:lnTo>
                  <a:lnTo>
                    <a:pt x="1774431" y="2907309"/>
                  </a:lnTo>
                  <a:lnTo>
                    <a:pt x="1739442" y="2902420"/>
                  </a:lnTo>
                  <a:lnTo>
                    <a:pt x="1704454" y="2907309"/>
                  </a:lnTo>
                  <a:lnTo>
                    <a:pt x="1673542" y="2921114"/>
                  </a:lnTo>
                  <a:lnTo>
                    <a:pt x="1647723" y="2942552"/>
                  </a:lnTo>
                  <a:lnTo>
                    <a:pt x="1628025" y="2970365"/>
                  </a:lnTo>
                  <a:lnTo>
                    <a:pt x="1603565" y="3022003"/>
                  </a:lnTo>
                  <a:lnTo>
                    <a:pt x="1546491" y="3030156"/>
                  </a:lnTo>
                  <a:lnTo>
                    <a:pt x="1483995" y="3056991"/>
                  </a:lnTo>
                  <a:lnTo>
                    <a:pt x="1445945" y="3114395"/>
                  </a:lnTo>
                  <a:lnTo>
                    <a:pt x="1440332" y="3149257"/>
                  </a:lnTo>
                  <a:lnTo>
                    <a:pt x="1443901" y="3183356"/>
                  </a:lnTo>
                  <a:lnTo>
                    <a:pt x="1456639" y="3214916"/>
                  </a:lnTo>
                  <a:lnTo>
                    <a:pt x="1478559" y="3242132"/>
                  </a:lnTo>
                  <a:lnTo>
                    <a:pt x="1519313" y="3280181"/>
                  </a:lnTo>
                  <a:lnTo>
                    <a:pt x="1511173" y="3334524"/>
                  </a:lnTo>
                  <a:lnTo>
                    <a:pt x="1509674" y="3361321"/>
                  </a:lnTo>
                  <a:lnTo>
                    <a:pt x="1509737" y="3361702"/>
                  </a:lnTo>
                  <a:lnTo>
                    <a:pt x="1513547" y="3387864"/>
                  </a:lnTo>
                  <a:lnTo>
                    <a:pt x="1538338" y="3435083"/>
                  </a:lnTo>
                  <a:lnTo>
                    <a:pt x="1580807" y="3467011"/>
                  </a:lnTo>
                  <a:lnTo>
                    <a:pt x="1633461" y="3478568"/>
                  </a:lnTo>
                  <a:lnTo>
                    <a:pt x="1647723" y="3477590"/>
                  </a:lnTo>
                  <a:lnTo>
                    <a:pt x="1661998" y="3474821"/>
                  </a:lnTo>
                  <a:lnTo>
                    <a:pt x="1676260" y="3470541"/>
                  </a:lnTo>
                  <a:lnTo>
                    <a:pt x="1690535" y="3464979"/>
                  </a:lnTo>
                  <a:lnTo>
                    <a:pt x="1742160" y="3437801"/>
                  </a:lnTo>
                  <a:lnTo>
                    <a:pt x="1793798" y="3464979"/>
                  </a:lnTo>
                  <a:lnTo>
                    <a:pt x="1806917" y="3470541"/>
                  </a:lnTo>
                  <a:lnTo>
                    <a:pt x="1821319" y="3474821"/>
                  </a:lnTo>
                  <a:lnTo>
                    <a:pt x="1836216" y="3477590"/>
                  </a:lnTo>
                  <a:lnTo>
                    <a:pt x="1850872" y="3478568"/>
                  </a:lnTo>
                  <a:lnTo>
                    <a:pt x="1877199" y="3475583"/>
                  </a:lnTo>
                  <a:lnTo>
                    <a:pt x="1902510" y="3467011"/>
                  </a:lnTo>
                  <a:lnTo>
                    <a:pt x="1925777" y="3453333"/>
                  </a:lnTo>
                  <a:lnTo>
                    <a:pt x="1942973" y="3437801"/>
                  </a:lnTo>
                  <a:lnTo>
                    <a:pt x="1945982" y="3435083"/>
                  </a:lnTo>
                  <a:lnTo>
                    <a:pt x="1961311" y="3412871"/>
                  </a:lnTo>
                  <a:lnTo>
                    <a:pt x="1970786" y="3387864"/>
                  </a:lnTo>
                  <a:lnTo>
                    <a:pt x="1973402" y="3369856"/>
                  </a:lnTo>
                  <a:lnTo>
                    <a:pt x="1974646" y="3361321"/>
                  </a:lnTo>
                  <a:lnTo>
                    <a:pt x="1973160" y="3334524"/>
                  </a:lnTo>
                  <a:lnTo>
                    <a:pt x="1965007" y="3280181"/>
                  </a:lnTo>
                  <a:lnTo>
                    <a:pt x="2005774" y="3242132"/>
                  </a:lnTo>
                  <a:lnTo>
                    <a:pt x="2024545" y="3214916"/>
                  </a:lnTo>
                  <a:lnTo>
                    <a:pt x="2035670" y="3183356"/>
                  </a:lnTo>
                  <a:lnTo>
                    <a:pt x="2038642" y="3149257"/>
                  </a:lnTo>
                  <a:close/>
                </a:path>
                <a:path extrusionOk="0" h="3479165" w="3479165">
                  <a:moveTo>
                    <a:pt x="2038642" y="245313"/>
                  </a:moveTo>
                  <a:lnTo>
                    <a:pt x="2018385" y="180086"/>
                  </a:lnTo>
                  <a:lnTo>
                    <a:pt x="1966836" y="136690"/>
                  </a:lnTo>
                  <a:lnTo>
                    <a:pt x="1929472" y="127330"/>
                  </a:lnTo>
                  <a:lnTo>
                    <a:pt x="1929472" y="251345"/>
                  </a:lnTo>
                  <a:lnTo>
                    <a:pt x="1924240" y="258178"/>
                  </a:lnTo>
                  <a:lnTo>
                    <a:pt x="1848154" y="331558"/>
                  </a:lnTo>
                  <a:lnTo>
                    <a:pt x="1845437" y="334264"/>
                  </a:lnTo>
                  <a:lnTo>
                    <a:pt x="1842719" y="339699"/>
                  </a:lnTo>
                  <a:lnTo>
                    <a:pt x="1842719" y="345135"/>
                  </a:lnTo>
                  <a:lnTo>
                    <a:pt x="1861743" y="448411"/>
                  </a:lnTo>
                  <a:lnTo>
                    <a:pt x="1864461" y="459282"/>
                  </a:lnTo>
                  <a:lnTo>
                    <a:pt x="1856308" y="464718"/>
                  </a:lnTo>
                  <a:lnTo>
                    <a:pt x="1842719" y="464718"/>
                  </a:lnTo>
                  <a:lnTo>
                    <a:pt x="1842719" y="462000"/>
                  </a:lnTo>
                  <a:lnTo>
                    <a:pt x="1747596" y="413080"/>
                  </a:lnTo>
                  <a:lnTo>
                    <a:pt x="1744878" y="413080"/>
                  </a:lnTo>
                  <a:lnTo>
                    <a:pt x="1742160" y="410362"/>
                  </a:lnTo>
                  <a:lnTo>
                    <a:pt x="1736725" y="410362"/>
                  </a:lnTo>
                  <a:lnTo>
                    <a:pt x="1736725" y="413080"/>
                  </a:lnTo>
                  <a:lnTo>
                    <a:pt x="1641614" y="462000"/>
                  </a:lnTo>
                  <a:lnTo>
                    <a:pt x="1638896" y="462000"/>
                  </a:lnTo>
                  <a:lnTo>
                    <a:pt x="1636179" y="464718"/>
                  </a:lnTo>
                  <a:lnTo>
                    <a:pt x="1628025" y="464718"/>
                  </a:lnTo>
                  <a:lnTo>
                    <a:pt x="1619872" y="456565"/>
                  </a:lnTo>
                  <a:lnTo>
                    <a:pt x="1622590" y="448411"/>
                  </a:lnTo>
                  <a:lnTo>
                    <a:pt x="1641614" y="345135"/>
                  </a:lnTo>
                  <a:lnTo>
                    <a:pt x="1641614" y="334264"/>
                  </a:lnTo>
                  <a:lnTo>
                    <a:pt x="1636179" y="331558"/>
                  </a:lnTo>
                  <a:lnTo>
                    <a:pt x="1560080" y="258178"/>
                  </a:lnTo>
                  <a:lnTo>
                    <a:pt x="1556004" y="250913"/>
                  </a:lnTo>
                  <a:lnTo>
                    <a:pt x="1556004" y="242887"/>
                  </a:lnTo>
                  <a:lnTo>
                    <a:pt x="1560080" y="236397"/>
                  </a:lnTo>
                  <a:lnTo>
                    <a:pt x="1568234" y="233718"/>
                  </a:lnTo>
                  <a:lnTo>
                    <a:pt x="1674228" y="217411"/>
                  </a:lnTo>
                  <a:lnTo>
                    <a:pt x="1679663" y="217411"/>
                  </a:lnTo>
                  <a:lnTo>
                    <a:pt x="1682381" y="214693"/>
                  </a:lnTo>
                  <a:lnTo>
                    <a:pt x="1685099" y="209257"/>
                  </a:lnTo>
                  <a:lnTo>
                    <a:pt x="1731289" y="114147"/>
                  </a:lnTo>
                  <a:lnTo>
                    <a:pt x="1728571" y="111429"/>
                  </a:lnTo>
                  <a:lnTo>
                    <a:pt x="1734007" y="108712"/>
                  </a:lnTo>
                  <a:lnTo>
                    <a:pt x="1744878" y="108712"/>
                  </a:lnTo>
                  <a:lnTo>
                    <a:pt x="1750314" y="111429"/>
                  </a:lnTo>
                  <a:lnTo>
                    <a:pt x="1753031" y="116865"/>
                  </a:lnTo>
                  <a:lnTo>
                    <a:pt x="1799234" y="211975"/>
                  </a:lnTo>
                  <a:lnTo>
                    <a:pt x="1801952" y="217411"/>
                  </a:lnTo>
                  <a:lnTo>
                    <a:pt x="1804670" y="220129"/>
                  </a:lnTo>
                  <a:lnTo>
                    <a:pt x="1810105" y="220129"/>
                  </a:lnTo>
                  <a:lnTo>
                    <a:pt x="1915820" y="236397"/>
                  </a:lnTo>
                  <a:lnTo>
                    <a:pt x="1924621" y="238683"/>
                  </a:lnTo>
                  <a:lnTo>
                    <a:pt x="1929345" y="244246"/>
                  </a:lnTo>
                  <a:lnTo>
                    <a:pt x="1929460" y="250913"/>
                  </a:lnTo>
                  <a:lnTo>
                    <a:pt x="1929472" y="251345"/>
                  </a:lnTo>
                  <a:lnTo>
                    <a:pt x="1929472" y="127330"/>
                  </a:lnTo>
                  <a:lnTo>
                    <a:pt x="1875332" y="119583"/>
                  </a:lnTo>
                  <a:lnTo>
                    <a:pt x="1870176" y="108712"/>
                  </a:lnTo>
                  <a:lnTo>
                    <a:pt x="1850872" y="67945"/>
                  </a:lnTo>
                  <a:lnTo>
                    <a:pt x="1804327" y="18681"/>
                  </a:lnTo>
                  <a:lnTo>
                    <a:pt x="1739442" y="0"/>
                  </a:lnTo>
                  <a:lnTo>
                    <a:pt x="1705610" y="4889"/>
                  </a:lnTo>
                  <a:lnTo>
                    <a:pt x="1674558" y="18681"/>
                  </a:lnTo>
                  <a:lnTo>
                    <a:pt x="1648104" y="40132"/>
                  </a:lnTo>
                  <a:lnTo>
                    <a:pt x="1628025" y="67945"/>
                  </a:lnTo>
                  <a:lnTo>
                    <a:pt x="1603565" y="119583"/>
                  </a:lnTo>
                  <a:lnTo>
                    <a:pt x="1546491" y="127736"/>
                  </a:lnTo>
                  <a:lnTo>
                    <a:pt x="1483995" y="154571"/>
                  </a:lnTo>
                  <a:lnTo>
                    <a:pt x="1445945" y="211975"/>
                  </a:lnTo>
                  <a:lnTo>
                    <a:pt x="1440332" y="246837"/>
                  </a:lnTo>
                  <a:lnTo>
                    <a:pt x="1443901" y="280936"/>
                  </a:lnTo>
                  <a:lnTo>
                    <a:pt x="1456639" y="312483"/>
                  </a:lnTo>
                  <a:lnTo>
                    <a:pt x="1478559" y="339699"/>
                  </a:lnTo>
                  <a:lnTo>
                    <a:pt x="1519313" y="377748"/>
                  </a:lnTo>
                  <a:lnTo>
                    <a:pt x="1511160" y="432104"/>
                  </a:lnTo>
                  <a:lnTo>
                    <a:pt x="1509674" y="458901"/>
                  </a:lnTo>
                  <a:lnTo>
                    <a:pt x="1509737" y="459282"/>
                  </a:lnTo>
                  <a:lnTo>
                    <a:pt x="1513547" y="485432"/>
                  </a:lnTo>
                  <a:lnTo>
                    <a:pt x="1538338" y="532650"/>
                  </a:lnTo>
                  <a:lnTo>
                    <a:pt x="1580807" y="564591"/>
                  </a:lnTo>
                  <a:lnTo>
                    <a:pt x="1633461" y="576135"/>
                  </a:lnTo>
                  <a:lnTo>
                    <a:pt x="1647723" y="575157"/>
                  </a:lnTo>
                  <a:lnTo>
                    <a:pt x="1661998" y="572401"/>
                  </a:lnTo>
                  <a:lnTo>
                    <a:pt x="1676260" y="568109"/>
                  </a:lnTo>
                  <a:lnTo>
                    <a:pt x="1690535" y="562546"/>
                  </a:lnTo>
                  <a:lnTo>
                    <a:pt x="1742160" y="535368"/>
                  </a:lnTo>
                  <a:lnTo>
                    <a:pt x="1793798" y="562546"/>
                  </a:lnTo>
                  <a:lnTo>
                    <a:pt x="1806917" y="568109"/>
                  </a:lnTo>
                  <a:lnTo>
                    <a:pt x="1821319" y="572401"/>
                  </a:lnTo>
                  <a:lnTo>
                    <a:pt x="1836216" y="575157"/>
                  </a:lnTo>
                  <a:lnTo>
                    <a:pt x="1850872" y="576135"/>
                  </a:lnTo>
                  <a:lnTo>
                    <a:pt x="1877199" y="573163"/>
                  </a:lnTo>
                  <a:lnTo>
                    <a:pt x="1902498" y="564591"/>
                  </a:lnTo>
                  <a:lnTo>
                    <a:pt x="1925777" y="550913"/>
                  </a:lnTo>
                  <a:lnTo>
                    <a:pt x="1942973" y="535368"/>
                  </a:lnTo>
                  <a:lnTo>
                    <a:pt x="1945982" y="532650"/>
                  </a:lnTo>
                  <a:lnTo>
                    <a:pt x="1961311" y="510451"/>
                  </a:lnTo>
                  <a:lnTo>
                    <a:pt x="1970786" y="485432"/>
                  </a:lnTo>
                  <a:lnTo>
                    <a:pt x="1973795" y="464718"/>
                  </a:lnTo>
                  <a:lnTo>
                    <a:pt x="1974646" y="458901"/>
                  </a:lnTo>
                  <a:lnTo>
                    <a:pt x="1973160" y="432104"/>
                  </a:lnTo>
                  <a:lnTo>
                    <a:pt x="1965007" y="377748"/>
                  </a:lnTo>
                  <a:lnTo>
                    <a:pt x="2005774" y="339699"/>
                  </a:lnTo>
                  <a:lnTo>
                    <a:pt x="2024545" y="310959"/>
                  </a:lnTo>
                  <a:lnTo>
                    <a:pt x="2035670" y="278904"/>
                  </a:lnTo>
                  <a:lnTo>
                    <a:pt x="2038642" y="245313"/>
                  </a:lnTo>
                  <a:close/>
                </a:path>
                <a:path extrusionOk="0" h="3479165" w="3479165">
                  <a:moveTo>
                    <a:pt x="3478987" y="1698053"/>
                  </a:moveTo>
                  <a:lnTo>
                    <a:pt x="3458730" y="1631302"/>
                  </a:lnTo>
                  <a:lnTo>
                    <a:pt x="3407181" y="1587906"/>
                  </a:lnTo>
                  <a:lnTo>
                    <a:pt x="3370364" y="1578610"/>
                  </a:lnTo>
                  <a:lnTo>
                    <a:pt x="3370364" y="1696821"/>
                  </a:lnTo>
                  <a:lnTo>
                    <a:pt x="3370288" y="1698053"/>
                  </a:lnTo>
                  <a:lnTo>
                    <a:pt x="3369894" y="1704848"/>
                  </a:lnTo>
                  <a:lnTo>
                    <a:pt x="3364585" y="1712099"/>
                  </a:lnTo>
                  <a:lnTo>
                    <a:pt x="3288487" y="1785480"/>
                  </a:lnTo>
                  <a:lnTo>
                    <a:pt x="3285769" y="1788198"/>
                  </a:lnTo>
                  <a:lnTo>
                    <a:pt x="3283064" y="1793633"/>
                  </a:lnTo>
                  <a:lnTo>
                    <a:pt x="3283064" y="1799069"/>
                  </a:lnTo>
                  <a:lnTo>
                    <a:pt x="3302076" y="1902345"/>
                  </a:lnTo>
                  <a:lnTo>
                    <a:pt x="3304794" y="1913204"/>
                  </a:lnTo>
                  <a:lnTo>
                    <a:pt x="3296640" y="1918639"/>
                  </a:lnTo>
                  <a:lnTo>
                    <a:pt x="3283064" y="1918639"/>
                  </a:lnTo>
                  <a:lnTo>
                    <a:pt x="3283064" y="1915922"/>
                  </a:lnTo>
                  <a:lnTo>
                    <a:pt x="3187941" y="1867014"/>
                  </a:lnTo>
                  <a:lnTo>
                    <a:pt x="3185223" y="1867014"/>
                  </a:lnTo>
                  <a:lnTo>
                    <a:pt x="3182505" y="1864296"/>
                  </a:lnTo>
                  <a:lnTo>
                    <a:pt x="3177070" y="1864296"/>
                  </a:lnTo>
                  <a:lnTo>
                    <a:pt x="3177070" y="1867014"/>
                  </a:lnTo>
                  <a:lnTo>
                    <a:pt x="3081959" y="1915922"/>
                  </a:lnTo>
                  <a:lnTo>
                    <a:pt x="3079242" y="1915922"/>
                  </a:lnTo>
                  <a:lnTo>
                    <a:pt x="3076524" y="1918639"/>
                  </a:lnTo>
                  <a:lnTo>
                    <a:pt x="3068370" y="1918639"/>
                  </a:lnTo>
                  <a:lnTo>
                    <a:pt x="3060217" y="1910486"/>
                  </a:lnTo>
                  <a:lnTo>
                    <a:pt x="3062935" y="1902345"/>
                  </a:lnTo>
                  <a:lnTo>
                    <a:pt x="3081959" y="1799069"/>
                  </a:lnTo>
                  <a:lnTo>
                    <a:pt x="3081959" y="1788198"/>
                  </a:lnTo>
                  <a:lnTo>
                    <a:pt x="3076524" y="1785480"/>
                  </a:lnTo>
                  <a:lnTo>
                    <a:pt x="3000425" y="1712099"/>
                  </a:lnTo>
                  <a:lnTo>
                    <a:pt x="2996349" y="1704848"/>
                  </a:lnTo>
                  <a:lnTo>
                    <a:pt x="2996349" y="1696821"/>
                  </a:lnTo>
                  <a:lnTo>
                    <a:pt x="3000425" y="1690319"/>
                  </a:lnTo>
                  <a:lnTo>
                    <a:pt x="3008579" y="1687652"/>
                  </a:lnTo>
                  <a:lnTo>
                    <a:pt x="3114560" y="1671345"/>
                  </a:lnTo>
                  <a:lnTo>
                    <a:pt x="3119996" y="1671345"/>
                  </a:lnTo>
                  <a:lnTo>
                    <a:pt x="3122714" y="1668627"/>
                  </a:lnTo>
                  <a:lnTo>
                    <a:pt x="3125432" y="1663192"/>
                  </a:lnTo>
                  <a:lnTo>
                    <a:pt x="3171634" y="1568069"/>
                  </a:lnTo>
                  <a:lnTo>
                    <a:pt x="3174352" y="1562633"/>
                  </a:lnTo>
                  <a:lnTo>
                    <a:pt x="3179788" y="1559915"/>
                  </a:lnTo>
                  <a:lnTo>
                    <a:pt x="3190659" y="1559915"/>
                  </a:lnTo>
                  <a:lnTo>
                    <a:pt x="3196094" y="1562633"/>
                  </a:lnTo>
                  <a:lnTo>
                    <a:pt x="3198812" y="1568069"/>
                  </a:lnTo>
                  <a:lnTo>
                    <a:pt x="3245015" y="1663192"/>
                  </a:lnTo>
                  <a:lnTo>
                    <a:pt x="3247733" y="1668627"/>
                  </a:lnTo>
                  <a:lnTo>
                    <a:pt x="3250450" y="1671345"/>
                  </a:lnTo>
                  <a:lnTo>
                    <a:pt x="3255886" y="1671345"/>
                  </a:lnTo>
                  <a:lnTo>
                    <a:pt x="3361867" y="1687652"/>
                  </a:lnTo>
                  <a:lnTo>
                    <a:pt x="3367265" y="1690319"/>
                  </a:lnTo>
                  <a:lnTo>
                    <a:pt x="3370364" y="1696821"/>
                  </a:lnTo>
                  <a:lnTo>
                    <a:pt x="3370364" y="1578610"/>
                  </a:lnTo>
                  <a:lnTo>
                    <a:pt x="3315665" y="1570786"/>
                  </a:lnTo>
                  <a:lnTo>
                    <a:pt x="3310521" y="1559915"/>
                  </a:lnTo>
                  <a:lnTo>
                    <a:pt x="3291205" y="1519148"/>
                  </a:lnTo>
                  <a:lnTo>
                    <a:pt x="3271507" y="1491335"/>
                  </a:lnTo>
                  <a:lnTo>
                    <a:pt x="3245688" y="1469898"/>
                  </a:lnTo>
                  <a:lnTo>
                    <a:pt x="3214776" y="1456093"/>
                  </a:lnTo>
                  <a:lnTo>
                    <a:pt x="3179788" y="1451216"/>
                  </a:lnTo>
                  <a:lnTo>
                    <a:pt x="3145942" y="1456093"/>
                  </a:lnTo>
                  <a:lnTo>
                    <a:pt x="3114903" y="1469898"/>
                  </a:lnTo>
                  <a:lnTo>
                    <a:pt x="3088449" y="1491335"/>
                  </a:lnTo>
                  <a:lnTo>
                    <a:pt x="3068370" y="1519148"/>
                  </a:lnTo>
                  <a:lnTo>
                    <a:pt x="3043910" y="1570786"/>
                  </a:lnTo>
                  <a:lnTo>
                    <a:pt x="2986836" y="1578940"/>
                  </a:lnTo>
                  <a:lnTo>
                    <a:pt x="2924327" y="1605775"/>
                  </a:lnTo>
                  <a:lnTo>
                    <a:pt x="2886291" y="1663192"/>
                  </a:lnTo>
                  <a:lnTo>
                    <a:pt x="2880677" y="1698053"/>
                  </a:lnTo>
                  <a:lnTo>
                    <a:pt x="2884246" y="1732153"/>
                  </a:lnTo>
                  <a:lnTo>
                    <a:pt x="2896984" y="1763699"/>
                  </a:lnTo>
                  <a:lnTo>
                    <a:pt x="2918891" y="1790915"/>
                  </a:lnTo>
                  <a:lnTo>
                    <a:pt x="2959658" y="1828965"/>
                  </a:lnTo>
                  <a:lnTo>
                    <a:pt x="2951505" y="1883321"/>
                  </a:lnTo>
                  <a:lnTo>
                    <a:pt x="2950019" y="1910105"/>
                  </a:lnTo>
                  <a:lnTo>
                    <a:pt x="2950083" y="1910486"/>
                  </a:lnTo>
                  <a:lnTo>
                    <a:pt x="2953880" y="1936648"/>
                  </a:lnTo>
                  <a:lnTo>
                    <a:pt x="2978683" y="1983867"/>
                  </a:lnTo>
                  <a:lnTo>
                    <a:pt x="3021152" y="2015794"/>
                  </a:lnTo>
                  <a:lnTo>
                    <a:pt x="3073806" y="2027351"/>
                  </a:lnTo>
                  <a:lnTo>
                    <a:pt x="3088068" y="2026373"/>
                  </a:lnTo>
                  <a:lnTo>
                    <a:pt x="3102330" y="2023618"/>
                  </a:lnTo>
                  <a:lnTo>
                    <a:pt x="3116605" y="2019325"/>
                  </a:lnTo>
                  <a:lnTo>
                    <a:pt x="3130867" y="2013762"/>
                  </a:lnTo>
                  <a:lnTo>
                    <a:pt x="3182505" y="1986584"/>
                  </a:lnTo>
                  <a:lnTo>
                    <a:pt x="3234144" y="2013762"/>
                  </a:lnTo>
                  <a:lnTo>
                    <a:pt x="3247263" y="2019325"/>
                  </a:lnTo>
                  <a:lnTo>
                    <a:pt x="3261652" y="2023618"/>
                  </a:lnTo>
                  <a:lnTo>
                    <a:pt x="3276562" y="2026373"/>
                  </a:lnTo>
                  <a:lnTo>
                    <a:pt x="3291205" y="2027351"/>
                  </a:lnTo>
                  <a:lnTo>
                    <a:pt x="3317532" y="2024380"/>
                  </a:lnTo>
                  <a:lnTo>
                    <a:pt x="3342843" y="2015794"/>
                  </a:lnTo>
                  <a:lnTo>
                    <a:pt x="3366109" y="2002129"/>
                  </a:lnTo>
                  <a:lnTo>
                    <a:pt x="3383318" y="1986584"/>
                  </a:lnTo>
                  <a:lnTo>
                    <a:pt x="3386328" y="1983867"/>
                  </a:lnTo>
                  <a:lnTo>
                    <a:pt x="3401657" y="1961654"/>
                  </a:lnTo>
                  <a:lnTo>
                    <a:pt x="3411131" y="1936648"/>
                  </a:lnTo>
                  <a:lnTo>
                    <a:pt x="3413747" y="1918639"/>
                  </a:lnTo>
                  <a:lnTo>
                    <a:pt x="3414992" y="1910105"/>
                  </a:lnTo>
                  <a:lnTo>
                    <a:pt x="3413506" y="1883321"/>
                  </a:lnTo>
                  <a:lnTo>
                    <a:pt x="3405352" y="1828965"/>
                  </a:lnTo>
                  <a:lnTo>
                    <a:pt x="3446119" y="1790915"/>
                  </a:lnTo>
                  <a:lnTo>
                    <a:pt x="3464890" y="1763699"/>
                  </a:lnTo>
                  <a:lnTo>
                    <a:pt x="3476015" y="1732153"/>
                  </a:lnTo>
                  <a:lnTo>
                    <a:pt x="3478987" y="1698053"/>
                  </a:lnTo>
                  <a:close/>
                </a:path>
              </a:pathLst>
            </a:custGeom>
            <a:solidFill>
              <a:srgbClr val="3372A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7170840" y="7252560"/>
            <a:ext cx="437760" cy="437760"/>
            <a:chOff x="7170840" y="7252560"/>
            <a:chExt cx="437760" cy="437760"/>
          </a:xfrm>
        </p:grpSpPr>
        <p:sp>
          <p:nvSpPr>
            <p:cNvPr id="218" name="Google Shape;218;p19"/>
            <p:cNvSpPr/>
            <p:nvPr/>
          </p:nvSpPr>
          <p:spPr>
            <a:xfrm>
              <a:off x="7170840" y="7252560"/>
              <a:ext cx="437760" cy="437760"/>
            </a:xfrm>
            <a:custGeom>
              <a:rect b="b" l="l" r="r" t="t"/>
              <a:pathLst>
                <a:path extrusionOk="0" h="438150" w="438150">
                  <a:moveTo>
                    <a:pt x="218947" y="437894"/>
                  </a:moveTo>
                  <a:lnTo>
                    <a:pt x="168745" y="432111"/>
                  </a:lnTo>
                  <a:lnTo>
                    <a:pt x="122660" y="415640"/>
                  </a:lnTo>
                  <a:lnTo>
                    <a:pt x="82007" y="389793"/>
                  </a:lnTo>
                  <a:lnTo>
                    <a:pt x="48100" y="355886"/>
                  </a:lnTo>
                  <a:lnTo>
                    <a:pt x="22254" y="315233"/>
                  </a:lnTo>
                  <a:lnTo>
                    <a:pt x="5782" y="269149"/>
                  </a:lnTo>
                  <a:lnTo>
                    <a:pt x="0" y="218947"/>
                  </a:lnTo>
                  <a:lnTo>
                    <a:pt x="5782" y="168745"/>
                  </a:lnTo>
                  <a:lnTo>
                    <a:pt x="22254" y="122660"/>
                  </a:lnTo>
                  <a:lnTo>
                    <a:pt x="48100" y="82007"/>
                  </a:lnTo>
                  <a:lnTo>
                    <a:pt x="82007" y="48100"/>
                  </a:lnTo>
                  <a:lnTo>
                    <a:pt x="122660" y="22254"/>
                  </a:lnTo>
                  <a:lnTo>
                    <a:pt x="168745" y="5782"/>
                  </a:lnTo>
                  <a:lnTo>
                    <a:pt x="218947" y="0"/>
                  </a:lnTo>
                  <a:lnTo>
                    <a:pt x="269149" y="5782"/>
                  </a:lnTo>
                  <a:lnTo>
                    <a:pt x="315233" y="22254"/>
                  </a:lnTo>
                  <a:lnTo>
                    <a:pt x="355886" y="48100"/>
                  </a:lnTo>
                  <a:lnTo>
                    <a:pt x="389793" y="82007"/>
                  </a:lnTo>
                  <a:lnTo>
                    <a:pt x="415640" y="122660"/>
                  </a:lnTo>
                  <a:lnTo>
                    <a:pt x="432111" y="168745"/>
                  </a:lnTo>
                  <a:lnTo>
                    <a:pt x="437894" y="218947"/>
                  </a:lnTo>
                  <a:lnTo>
                    <a:pt x="432111" y="269149"/>
                  </a:lnTo>
                  <a:lnTo>
                    <a:pt x="415640" y="315233"/>
                  </a:lnTo>
                  <a:lnTo>
                    <a:pt x="389793" y="355886"/>
                  </a:lnTo>
                  <a:lnTo>
                    <a:pt x="355886" y="389793"/>
                  </a:lnTo>
                  <a:lnTo>
                    <a:pt x="315233" y="415640"/>
                  </a:lnTo>
                  <a:lnTo>
                    <a:pt x="269149" y="432111"/>
                  </a:lnTo>
                  <a:lnTo>
                    <a:pt x="218947" y="437894"/>
                  </a:lnTo>
                  <a:close/>
                </a:path>
              </a:pathLst>
            </a:custGeom>
            <a:solidFill>
              <a:srgbClr val="3470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" name="Google Shape;21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78480" y="7396200"/>
              <a:ext cx="222480" cy="1663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19"/>
          <p:cNvSpPr txBox="1"/>
          <p:nvPr>
            <p:ph idx="1" type="body"/>
          </p:nvPr>
        </p:nvSpPr>
        <p:spPr>
          <a:xfrm>
            <a:off x="7896950" y="4098600"/>
            <a:ext cx="9963000" cy="54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spAutoFit/>
          </a:bodyPr>
          <a:lstStyle/>
          <a:p>
            <a:pPr indent="0" lvl="0" marL="12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1B0D"/>
                </a:solidFill>
                <a:latin typeface="Verdana"/>
                <a:ea typeface="Verdana"/>
                <a:cs typeface="Verdana"/>
                <a:sym typeface="Verdana"/>
              </a:rPr>
              <a:t>- Integrated a validated Python backend with a Streamlit UI</a:t>
            </a:r>
            <a:endParaRPr>
              <a:solidFill>
                <a:srgbClr val="331B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1B0D"/>
                </a:solidFill>
                <a:latin typeface="Verdana"/>
                <a:ea typeface="Verdana"/>
                <a:cs typeface="Verdana"/>
                <a:sym typeface="Verdana"/>
              </a:rPr>
              <a:t>- Centralized catalog with validation to prevent errors</a:t>
            </a:r>
            <a:endParaRPr>
              <a:solidFill>
                <a:srgbClr val="331B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1B0D"/>
                </a:solidFill>
                <a:latin typeface="Verdana"/>
                <a:ea typeface="Verdana"/>
                <a:cs typeface="Verdana"/>
                <a:sym typeface="Verdana"/>
              </a:rPr>
              <a:t>- Automated checkout/return with real-time availability</a:t>
            </a:r>
            <a:endParaRPr>
              <a:solidFill>
                <a:srgbClr val="331B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1B0D"/>
                </a:solidFill>
                <a:latin typeface="Verdana"/>
                <a:ea typeface="Verdana"/>
                <a:cs typeface="Verdana"/>
                <a:sym typeface="Verdana"/>
              </a:rPr>
              <a:t>- Blocked double-borrowing by fixing critical logic bug</a:t>
            </a:r>
            <a:endParaRPr>
              <a:solidFill>
                <a:srgbClr val="331B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1B0D"/>
                </a:solidFill>
                <a:latin typeface="Verdana"/>
                <a:ea typeface="Verdana"/>
                <a:cs typeface="Verdana"/>
                <a:sym typeface="Verdana"/>
              </a:rPr>
              <a:t>- Enabled data-driven decisions via live metrics</a:t>
            </a:r>
            <a:endParaRPr>
              <a:solidFill>
                <a:srgbClr val="331B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31B0D"/>
                </a:solidFill>
                <a:latin typeface="Verdana"/>
                <a:ea typeface="Verdana"/>
                <a:cs typeface="Verdana"/>
                <a:sym typeface="Verdana"/>
              </a:rPr>
              <a:t>- Result: a more organized and reliable library system</a:t>
            </a:r>
            <a:endParaRPr>
              <a:solidFill>
                <a:srgbClr val="331B0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1B0D"/>
              </a:buClr>
              <a:buSzPts val="2950"/>
              <a:buFont typeface="Verdana"/>
              <a:buNone/>
            </a:pPr>
            <a:r>
              <a:t/>
            </a:r>
            <a:endParaRPr>
              <a:solidFill>
                <a:srgbClr val="331B0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title"/>
          </p:nvPr>
        </p:nvSpPr>
        <p:spPr>
          <a:xfrm>
            <a:off x="857071" y="3649925"/>
            <a:ext cx="9039900" cy="29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14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50"/>
              <a:buFont typeface="Verdana"/>
              <a:buNone/>
            </a:pPr>
            <a:r>
              <a:rPr b="0" lang="en-US" sz="11050" u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b="0" sz="1105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84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Malgun Gothic"/>
              <a:buNone/>
            </a:pPr>
            <a:r>
              <a:rPr b="0" lang="en-US" sz="4650" u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r>
              <a:rPr b="0" lang="en-US" sz="4100" u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!</a:t>
            </a:r>
            <a:endParaRPr b="0" sz="4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0962720" y="0"/>
            <a:ext cx="7324920" cy="10286640"/>
          </a:xfrm>
          <a:custGeom>
            <a:rect b="b" l="l" r="r" t="t"/>
            <a:pathLst>
              <a:path extrusionOk="0" h="10287000" w="7325359">
                <a:moveTo>
                  <a:pt x="7325281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7325281" y="0"/>
                </a:lnTo>
                <a:lnTo>
                  <a:pt x="7325281" y="102869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6000" y="2215800"/>
            <a:ext cx="2361960" cy="2361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title="file_00000000591481f88197109894cee26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99225" y="5952450"/>
            <a:ext cx="2855499" cy="285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